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slideLayouts/slideLayout39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5.xml" ContentType="application/vnd.openxmlformats-officedocument.theme+xml"/>
  <Override PartName="/ppt/slideLayouts/slideLayout86.xml" ContentType="application/vnd.openxmlformats-officedocument.presentationml.slideLayout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117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106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2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20.xml" ContentType="application/vnd.openxmlformats-officedocument.presentationml.slideLayout+xml"/>
  <Override PartName="/docProps/custom.xml" ContentType="application/vnd.openxmlformats-officedocument.custom-properties+xml"/>
  <Override PartName="/ppt/slideMasters/slideMaster8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69.xml" ContentType="application/vnd.openxmlformats-officedocument.presentationml.slideLayout+xml"/>
  <Override PartName="/ppt/theme/theme6.xml" ContentType="application/vnd.openxmlformats-officedocument.theme+xml"/>
  <Override PartName="/ppt/slideLayouts/slideLayout87.xml" ContentType="application/vnd.openxmlformats-officedocument.presentationml.slideLayout+xml"/>
  <Override PartName="/ppt/slideLayouts/slideLayout98.xml" ContentType="application/vnd.openxmlformats-officedocument.presentationml.slideLayout+xml"/>
  <Override PartName="/ppt/theme/theme10.xml" ContentType="application/vnd.openxmlformats-officedocument.theme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Layouts/slideLayout29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118.xml" ContentType="application/vnd.openxmlformats-officedocument.presentationml.slideLayout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114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14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103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Layouts/slideLayout21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Masters/slideMaster9.xml" ContentType="application/vnd.openxmlformats-officedocument.presentationml.slideMaster+xml"/>
  <Override PartName="/ppt/slideLayouts/slideLayout10.xml" ContentType="application/vnd.openxmlformats-officedocument.presentationml.slideLayout+xml"/>
  <Override PartName="/ppt/slideMasters/slideMaster7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Layouts/slideLayout99.xml" ContentType="application/vnd.openxmlformats-officedocument.presentationml.slideLayout+xml"/>
  <Override PartName="/ppt/theme/theme9.xml" ContentType="application/vnd.openxmlformats-officedocument.theme+xml"/>
  <Override PartName="/ppt/slideMasters/slideMaster5.xml" ContentType="application/vnd.openxmlformats-officedocument.presentationml.slideMaster+xml"/>
  <Override PartName="/ppt/slides/slide8.xml" ContentType="application/vnd.openxmlformats-officedocument.presentationml.slide+xml"/>
  <Override PartName="/ppt/slideLayouts/slideLayout59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79.xml" ContentType="application/vnd.openxmlformats-officedocument.presentationml.slideLayout+xml"/>
  <Override PartName="/ppt/theme/theme7.xml" ContentType="application/vnd.openxmlformats-officedocument.theme+xml"/>
  <Override PartName="/ppt/slideLayouts/slideLayout88.xml" ContentType="application/vnd.openxmlformats-officedocument.presentationml.slideLayout+xml"/>
  <Override PartName="/ppt/slideLayouts/slideLayout97.xml" ContentType="application/vnd.openxmlformats-officedocument.presentationml.slideLayout+xml"/>
  <Override PartName="/ppt/theme/theme11.xml" ContentType="application/vnd.openxmlformats-officedocument.them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115.xml" ContentType="application/vnd.openxmlformats-officedocument.presentationml.slideLayout+xml"/>
  <Default Extension="rels" ContentType="application/vnd.openxmlformats-package.relationships+xml"/>
  <Override PartName="/ppt/slideLayouts/slideLayout2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Masters/slideMaster6.xml" ContentType="application/vnd.openxmlformats-officedocument.presentationml.slideMaster+xml"/>
  <Override PartName="/ppt/slideLayouts/slideLayout89.xml" ContentType="application/vnd.openxmlformats-officedocument.presentationml.slideLayout+xml"/>
  <Override PartName="/ppt/theme/theme8.xml" ContentType="application/vnd.openxmlformats-officedocument.theme+xml"/>
  <Override PartName="/ppt/slides/slide7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Masters/slideMaster2.xml" ContentType="application/vnd.openxmlformats-officedocument.presentationml.slideMaster+xml"/>
  <Override PartName="/ppt/slideLayouts/slideLayout3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109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01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  <p:sldMasterId id="2147483687" r:id="rId4"/>
    <p:sldMasterId id="2147483700" r:id="rId5"/>
    <p:sldMasterId id="2147483713" r:id="rId6"/>
    <p:sldMasterId id="2147483726" r:id="rId7"/>
    <p:sldMasterId id="2147483739" r:id="rId8"/>
    <p:sldMasterId id="2147483752" r:id="rId9"/>
    <p:sldMasterId id="2147483765" r:id="rId10"/>
  </p:sldMasterIdLst>
  <p:notesMasterIdLst>
    <p:notesMasterId r:id="rId27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97" d="100"/>
          <a:sy n="97" d="100"/>
        </p:scale>
        <p:origin x="-524" y="-5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26" Type="http://schemas.openxmlformats.org/officeDocument/2006/relationships/slide" Target="slides/slide16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1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6.xml"/><Relationship Id="rId20" Type="http://schemas.openxmlformats.org/officeDocument/2006/relationships/slide" Target="slides/slide10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1.xml"/><Relationship Id="rId24" Type="http://schemas.openxmlformats.org/officeDocument/2006/relationships/slide" Target="slides/slide14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5.xml"/><Relationship Id="rId23" Type="http://schemas.openxmlformats.org/officeDocument/2006/relationships/slide" Target="slides/slide13.xml"/><Relationship Id="rId28" Type="http://schemas.openxmlformats.org/officeDocument/2006/relationships/presProps" Target="presProps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9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4.xml"/><Relationship Id="rId22" Type="http://schemas.openxmlformats.org/officeDocument/2006/relationships/slide" Target="slides/slide12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Click to move the slide</a:t>
            </a:r>
          </a:p>
        </p:txBody>
      </p:sp>
      <p:sp>
        <p:nvSpPr>
          <p:cNvPr id="424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en-CA" sz="2000" b="0" strike="noStrike" spc="-1">
                <a:solidFill>
                  <a:srgbClr val="000000"/>
                </a:solidFill>
                <a:latin typeface="Arial"/>
              </a:rPr>
              <a:t>Click to edit the notes format</a:t>
            </a:r>
          </a:p>
        </p:txBody>
      </p:sp>
      <p:sp>
        <p:nvSpPr>
          <p:cNvPr id="42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CA" sz="1400" b="0" strike="noStrike" spc="-1">
                <a:solidFill>
                  <a:srgbClr val="000000"/>
                </a:solidFill>
                <a:latin typeface="Times New Roman"/>
              </a:rPr>
              <a:t>&lt;header&gt;</a:t>
            </a:r>
          </a:p>
        </p:txBody>
      </p:sp>
      <p:sp>
        <p:nvSpPr>
          <p:cNvPr id="426" name="PlaceHolder 4"/>
          <p:cNvSpPr>
            <a:spLocks noGrp="1"/>
          </p:cNvSpPr>
          <p:nvPr>
            <p:ph type="dt" idx="3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CA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CA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427" name="PlaceHolder 5"/>
          <p:cNvSpPr>
            <a:spLocks noGrp="1"/>
          </p:cNvSpPr>
          <p:nvPr>
            <p:ph type="ftr" idx="3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CA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CA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428" name="PlaceHolder 6"/>
          <p:cNvSpPr>
            <a:spLocks noGrp="1"/>
          </p:cNvSpPr>
          <p:nvPr>
            <p:ph type="sldNum" idx="3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CA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D8EAB0E7-B9A0-4526-B2BE-A23D8BC218D0}" type="slidenum">
              <a:rPr lang="en-CA" sz="1400" b="0" strike="noStrike" spc="-1">
                <a:solidFill>
                  <a:srgbClr val="000000"/>
                </a:solidFill>
                <a:latin typeface="Times New Roman"/>
              </a:rPr>
              <a:pPr indent="0" algn="r">
                <a:buNone/>
              </a:pPr>
              <a:t>‹#›</a:t>
            </a:fld>
            <a:endParaRPr lang="en-CA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CA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0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CA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E075CBF-B35D-402A-97FB-A079C02CC78C}" type="slidenum">
              <a:rPr lang="en-CA" sz="1200" b="0" strike="noStrike" spc="-1">
                <a:solidFill>
                  <a:schemeClr val="dk1"/>
                </a:solidFill>
                <a:latin typeface="+mn-lt"/>
                <a:ea typeface="+mn-ea"/>
              </a:rPr>
              <a:pPr indent="0" algn="r" defTabSz="914400">
                <a:lnSpc>
                  <a:spcPct val="100000"/>
                </a:lnSpc>
                <a:buNone/>
              </a:pPr>
              <a:t>1</a:t>
            </a:fld>
            <a:endParaRPr lang="en-CA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CA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3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CA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F9ECCE4-DF4E-4BD6-844A-A6ED784BFADA}" type="slidenum">
              <a:rPr lang="en-CA" sz="1200" b="0" strike="noStrike" spc="-1">
                <a:solidFill>
                  <a:srgbClr val="000000"/>
                </a:solidFill>
                <a:latin typeface="Times New Roman"/>
              </a:rPr>
              <a:pPr indent="0" algn="r">
                <a:lnSpc>
                  <a:spcPct val="100000"/>
                </a:lnSpc>
                <a:buNone/>
              </a:pPr>
              <a:t>3</a:t>
            </a:fld>
            <a:endParaRPr lang="en-CA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CA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6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CA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C214587-48F8-45A6-AD95-7FE2F9CAD448}" type="slidenum">
              <a:rPr lang="en-CA" sz="1200" b="0" strike="noStrike" spc="-1">
                <a:solidFill>
                  <a:srgbClr val="000000"/>
                </a:solidFill>
                <a:latin typeface="Times New Roman"/>
              </a:rPr>
              <a:pPr indent="0" algn="r">
                <a:lnSpc>
                  <a:spcPct val="100000"/>
                </a:lnSpc>
                <a:buNone/>
              </a:pPr>
              <a:t>4</a:t>
            </a:fld>
            <a:endParaRPr lang="en-CA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2DB29C26-AFDB-4A37-A62D-657A0F9C39BE}" type="slidenum">
              <a:rPr/>
              <a:p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0" y="-1573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640800" y="1168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D218E533-A29A-447A-9F7D-D329DCD40CE8}" type="slidenum">
              <a:rPr/>
              <a:pPr/>
              <a:t>‹#›</a:t>
            </a:fld>
            <a:endParaRPr/>
          </a:p>
        </p:txBody>
      </p:sp>
      <p:sp>
        <p:nvSpPr>
          <p:cNvPr id="2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0" y="-1573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640800" y="1168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4257C0E8-0CD0-4FFB-92FD-7EB98E839833}" type="slidenum">
              <a:rPr/>
              <a:p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-1573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640800" y="1168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/>
          </p:nvPr>
        </p:nvSpPr>
        <p:spPr>
          <a:xfrm>
            <a:off x="6028920" y="1168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0C7452BA-D08A-4DC6-AD89-0B0F0D2FBA4D}" type="slidenum">
              <a:rPr/>
              <a:p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-1573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8EC57541-5A8F-4FED-B788-2610F5A16883}" type="slidenum">
              <a:rPr/>
              <a:p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ubTitle"/>
          </p:nvPr>
        </p:nvSpPr>
        <p:spPr>
          <a:xfrm>
            <a:off x="0" y="-157320"/>
            <a:ext cx="10515240" cy="614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CF1BD3E8-0930-4988-AAF0-84F0EB05480F}" type="slidenum">
              <a:rPr/>
              <a:p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-1573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40800" y="1168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028920" y="1168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40800" y="3441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E053E6DD-DA88-476F-8B04-66ED8C2DDBFA}" type="slidenum">
              <a:rPr/>
              <a:p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0" y="-1573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40800" y="1168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028920" y="1168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028920" y="3441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ED587DD3-DF89-435C-B3E2-D1D4BB8FA010}" type="slidenum">
              <a:rPr/>
              <a:p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0" y="-1573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40800" y="1168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028920" y="1168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640800" y="3441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418ADEBF-8DE8-49CC-85DF-8C4FDEF3425D}" type="slidenum">
              <a:rPr/>
              <a:p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-1573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640800" y="116856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640800" y="3441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7BE6A14E-0A64-4C75-8C02-0F7BAB0B31C1}" type="slidenum">
              <a:rPr/>
              <a:p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0" y="-1573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640800" y="1168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/>
          </p:nvPr>
        </p:nvSpPr>
        <p:spPr>
          <a:xfrm>
            <a:off x="6028920" y="1168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/>
          </p:nvPr>
        </p:nvSpPr>
        <p:spPr>
          <a:xfrm>
            <a:off x="640800" y="3441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/>
          </p:nvPr>
        </p:nvSpPr>
        <p:spPr>
          <a:xfrm>
            <a:off x="6028920" y="3441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10247AD7-4A98-4367-939E-38E10E7DC24D}" type="slidenum">
              <a:rPr/>
              <a:pPr/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0" y="-1573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640800" y="1168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4196160" y="1168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/>
          </p:nvPr>
        </p:nvSpPr>
        <p:spPr>
          <a:xfrm>
            <a:off x="7751880" y="1168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/>
          </p:nvPr>
        </p:nvSpPr>
        <p:spPr>
          <a:xfrm>
            <a:off x="640800" y="3441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/>
          </p:nvPr>
        </p:nvSpPr>
        <p:spPr>
          <a:xfrm>
            <a:off x="4196160" y="3441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7"/>
          <p:cNvSpPr>
            <a:spLocks noGrp="1"/>
          </p:cNvSpPr>
          <p:nvPr>
            <p:ph/>
          </p:nvPr>
        </p:nvSpPr>
        <p:spPr>
          <a:xfrm>
            <a:off x="7751880" y="3441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9B5C3427-D0C0-48EB-A1B8-FCC622402858}" type="slidenum">
              <a:rPr/>
              <a:pPr/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13C3A950-C854-45D9-93A2-7E9D637D5605}" type="slidenum">
              <a:rPr/>
              <a:p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0" y="-1573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subTitle"/>
          </p:nvPr>
        </p:nvSpPr>
        <p:spPr>
          <a:xfrm>
            <a:off x="640800" y="1168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8F59DB90-3A93-43E6-89CE-915403DC1A7C}" type="slidenum">
              <a:rPr/>
              <a:p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0" y="-1573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40800" y="1168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0805328B-CBB7-44CC-BB4B-2E6CADAAA11C}" type="slidenum">
              <a:rPr/>
              <a:p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0" y="-1573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640800" y="1168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/>
          </p:nvPr>
        </p:nvSpPr>
        <p:spPr>
          <a:xfrm>
            <a:off x="6028920" y="1168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FBA205E5-A92E-4471-9013-EF52C4D2DC08}" type="slidenum">
              <a:rPr/>
              <a:p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0" y="-1573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FDF7C3CD-82B5-4B93-A361-DD5680CFFD72}" type="slidenum">
              <a:rPr/>
              <a:p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subTitle"/>
          </p:nvPr>
        </p:nvSpPr>
        <p:spPr>
          <a:xfrm>
            <a:off x="0" y="-157320"/>
            <a:ext cx="10515240" cy="614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5B3F8DF9-BE34-4131-A33B-BBE011F0CACE}" type="slidenum">
              <a:rPr/>
              <a:p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0" y="-1573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640800" y="1168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/>
          </p:nvPr>
        </p:nvSpPr>
        <p:spPr>
          <a:xfrm>
            <a:off x="6028920" y="1168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/>
          </p:nvPr>
        </p:nvSpPr>
        <p:spPr>
          <a:xfrm>
            <a:off x="640800" y="3441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6AC64E87-8256-4185-93F5-87712DF73DB0}" type="slidenum">
              <a:rPr/>
              <a:p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0" y="-1573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640800" y="1168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/>
          </p:nvPr>
        </p:nvSpPr>
        <p:spPr>
          <a:xfrm>
            <a:off x="6028920" y="1168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/>
          </p:nvPr>
        </p:nvSpPr>
        <p:spPr>
          <a:xfrm>
            <a:off x="6028920" y="3441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D565A044-B9F8-4C11-9795-4CA68AB58F0B}" type="slidenum">
              <a:rPr/>
              <a:p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0" y="-1573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640800" y="1168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/>
          </p:nvPr>
        </p:nvSpPr>
        <p:spPr>
          <a:xfrm>
            <a:off x="6028920" y="1168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/>
          </p:nvPr>
        </p:nvSpPr>
        <p:spPr>
          <a:xfrm>
            <a:off x="640800" y="3441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B8E7457E-5195-4974-BC51-529A9A613868}" type="slidenum">
              <a:rPr/>
              <a:p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0" y="-1573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640800" y="116856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/>
          </p:nvPr>
        </p:nvSpPr>
        <p:spPr>
          <a:xfrm>
            <a:off x="640800" y="3441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0B95DBB8-113A-4F9D-9AF9-A066EBD0EB8A}" type="slidenum">
              <a:rPr/>
              <a:p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0" y="-1573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640800" y="1168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/>
          </p:nvPr>
        </p:nvSpPr>
        <p:spPr>
          <a:xfrm>
            <a:off x="6028920" y="1168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/>
          </p:nvPr>
        </p:nvSpPr>
        <p:spPr>
          <a:xfrm>
            <a:off x="640800" y="3441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/>
          </p:nvPr>
        </p:nvSpPr>
        <p:spPr>
          <a:xfrm>
            <a:off x="6028920" y="3441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93FED7A8-8682-4FB5-8983-D0AC4DED7F74}" type="slidenum">
              <a:rPr/>
              <a:pPr/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0" y="-1573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640800" y="1168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/>
          </p:nvPr>
        </p:nvSpPr>
        <p:spPr>
          <a:xfrm>
            <a:off x="4196160" y="1168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/>
          </p:nvPr>
        </p:nvSpPr>
        <p:spPr>
          <a:xfrm>
            <a:off x="7751880" y="1168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1" name="PlaceHolder 5"/>
          <p:cNvSpPr>
            <a:spLocks noGrp="1"/>
          </p:cNvSpPr>
          <p:nvPr>
            <p:ph/>
          </p:nvPr>
        </p:nvSpPr>
        <p:spPr>
          <a:xfrm>
            <a:off x="640800" y="3441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2" name="PlaceHolder 6"/>
          <p:cNvSpPr>
            <a:spLocks noGrp="1"/>
          </p:cNvSpPr>
          <p:nvPr>
            <p:ph/>
          </p:nvPr>
        </p:nvSpPr>
        <p:spPr>
          <a:xfrm>
            <a:off x="4196160" y="3441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3" name="PlaceHolder 7"/>
          <p:cNvSpPr>
            <a:spLocks noGrp="1"/>
          </p:cNvSpPr>
          <p:nvPr>
            <p:ph/>
          </p:nvPr>
        </p:nvSpPr>
        <p:spPr>
          <a:xfrm>
            <a:off x="7751880" y="3441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08CF6A1E-1265-446D-97B5-975E028D88FC}" type="slidenum">
              <a:rPr/>
              <a:pPr/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5D8D6792-55D4-41D3-9CE8-7BAE383AC790}" type="slidenum">
              <a:rPr/>
              <a:p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0" y="-1573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subTitle"/>
          </p:nvPr>
        </p:nvSpPr>
        <p:spPr>
          <a:xfrm>
            <a:off x="640800" y="1168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A31E3308-3234-4D61-BE2B-B11A3C258E08}" type="slidenum">
              <a:rPr/>
              <a:p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0" y="-1573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40800" y="1168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CF95F9E9-071B-4FA7-B544-B48B1516DDA5}" type="slidenum">
              <a:rPr/>
              <a:p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0" y="-1573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640800" y="1168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/>
          </p:nvPr>
        </p:nvSpPr>
        <p:spPr>
          <a:xfrm>
            <a:off x="6028920" y="1168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551C1B90-9EC3-49DA-B392-66D463534ADF}" type="slidenum">
              <a:rPr/>
              <a:p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0" y="-1573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2DDA8662-6886-42E4-A89E-6C8AE2B709CA}" type="slidenum">
              <a:rPr/>
              <a:p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subTitle"/>
          </p:nvPr>
        </p:nvSpPr>
        <p:spPr>
          <a:xfrm>
            <a:off x="0" y="-157320"/>
            <a:ext cx="10515240" cy="614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FCAB66F5-8182-4B23-B10E-6341C54A5815}" type="slidenum">
              <a:rPr/>
              <a:p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0" y="-1573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640800" y="1168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/>
          </p:nvPr>
        </p:nvSpPr>
        <p:spPr>
          <a:xfrm>
            <a:off x="6028920" y="1168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2" name="PlaceHolder 4"/>
          <p:cNvSpPr>
            <a:spLocks noGrp="1"/>
          </p:cNvSpPr>
          <p:nvPr>
            <p:ph/>
          </p:nvPr>
        </p:nvSpPr>
        <p:spPr>
          <a:xfrm>
            <a:off x="640800" y="3441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BC3C388D-1B96-4092-9CFA-180A109BA686}" type="slidenum">
              <a:rPr/>
              <a:p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0" y="-1573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640800" y="1168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/>
          </p:nvPr>
        </p:nvSpPr>
        <p:spPr>
          <a:xfrm>
            <a:off x="6028920" y="1168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6" name="PlaceHolder 4"/>
          <p:cNvSpPr>
            <a:spLocks noGrp="1"/>
          </p:cNvSpPr>
          <p:nvPr>
            <p:ph/>
          </p:nvPr>
        </p:nvSpPr>
        <p:spPr>
          <a:xfrm>
            <a:off x="6028920" y="3441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CDF5A84B-60B0-4460-8058-025EC34A6461}" type="slidenum">
              <a:rPr/>
              <a:p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0" y="-1573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640800" y="1168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/>
          </p:nvPr>
        </p:nvSpPr>
        <p:spPr>
          <a:xfrm>
            <a:off x="6028920" y="1168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/>
          </p:nvPr>
        </p:nvSpPr>
        <p:spPr>
          <a:xfrm>
            <a:off x="640800" y="3441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B63B5A87-6C47-4A1D-B9EA-53E137C0C48A}" type="slidenum">
              <a:rPr/>
              <a:p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0" y="-1573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640800" y="116856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>
          <a:xfrm>
            <a:off x="640800" y="3441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0913B50C-E31A-4CDC-9342-5EEEFEAEBBD7}" type="slidenum">
              <a:rPr/>
              <a:p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0" y="-1573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640800" y="1168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/>
          </p:nvPr>
        </p:nvSpPr>
        <p:spPr>
          <a:xfrm>
            <a:off x="6028920" y="1168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7" name="PlaceHolder 4"/>
          <p:cNvSpPr>
            <a:spLocks noGrp="1"/>
          </p:cNvSpPr>
          <p:nvPr>
            <p:ph/>
          </p:nvPr>
        </p:nvSpPr>
        <p:spPr>
          <a:xfrm>
            <a:off x="640800" y="3441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8" name="PlaceHolder 5"/>
          <p:cNvSpPr>
            <a:spLocks noGrp="1"/>
          </p:cNvSpPr>
          <p:nvPr>
            <p:ph/>
          </p:nvPr>
        </p:nvSpPr>
        <p:spPr>
          <a:xfrm>
            <a:off x="6028920" y="3441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6584D9CF-8609-446C-B993-94174E48C4D1}" type="slidenum">
              <a:rPr/>
              <a:pPr/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0" y="-1573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/>
          </p:nvPr>
        </p:nvSpPr>
        <p:spPr>
          <a:xfrm>
            <a:off x="640800" y="1168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/>
          </p:nvPr>
        </p:nvSpPr>
        <p:spPr>
          <a:xfrm>
            <a:off x="4196160" y="1168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2" name="PlaceHolder 4"/>
          <p:cNvSpPr>
            <a:spLocks noGrp="1"/>
          </p:cNvSpPr>
          <p:nvPr>
            <p:ph/>
          </p:nvPr>
        </p:nvSpPr>
        <p:spPr>
          <a:xfrm>
            <a:off x="7751880" y="1168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3" name="PlaceHolder 5"/>
          <p:cNvSpPr>
            <a:spLocks noGrp="1"/>
          </p:cNvSpPr>
          <p:nvPr>
            <p:ph/>
          </p:nvPr>
        </p:nvSpPr>
        <p:spPr>
          <a:xfrm>
            <a:off x="640800" y="3441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4" name="PlaceHolder 6"/>
          <p:cNvSpPr>
            <a:spLocks noGrp="1"/>
          </p:cNvSpPr>
          <p:nvPr>
            <p:ph/>
          </p:nvPr>
        </p:nvSpPr>
        <p:spPr>
          <a:xfrm>
            <a:off x="4196160" y="3441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5" name="PlaceHolder 7"/>
          <p:cNvSpPr>
            <a:spLocks noGrp="1"/>
          </p:cNvSpPr>
          <p:nvPr>
            <p:ph/>
          </p:nvPr>
        </p:nvSpPr>
        <p:spPr>
          <a:xfrm>
            <a:off x="7751880" y="3441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5C9C4D18-AB20-4B8A-9A55-59498E107DA4}" type="slidenum">
              <a:rPr/>
              <a:pPr/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D306061-FA61-4A85-9789-ADECD329FF7B}" type="slidenum">
              <a:rPr/>
              <a:p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0" y="-1573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 type="subTitle"/>
          </p:nvPr>
        </p:nvSpPr>
        <p:spPr>
          <a:xfrm>
            <a:off x="640800" y="1168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CC36DD7-F2F1-4EFC-9BD6-3C2DB7E88009}" type="slidenum">
              <a:rPr/>
              <a:p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0" y="-1573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/>
          </p:nvPr>
        </p:nvSpPr>
        <p:spPr>
          <a:xfrm>
            <a:off x="640800" y="1168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9E974F11-ED38-40BB-A305-313A4186CC14}" type="slidenum">
              <a:rPr/>
              <a:p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0" y="-1573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/>
          </p:nvPr>
        </p:nvSpPr>
        <p:spPr>
          <a:xfrm>
            <a:off x="640800" y="1168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/>
          </p:nvPr>
        </p:nvSpPr>
        <p:spPr>
          <a:xfrm>
            <a:off x="6028920" y="1168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B09F3A6-5008-45A2-9701-F80CD08000EF}" type="slidenum">
              <a:rPr/>
              <a:p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0" y="-1573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7E7EB13-EACD-46AF-BF70-EBBCC68A4A13}" type="slidenum">
              <a:rPr/>
              <a:p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subTitle"/>
          </p:nvPr>
        </p:nvSpPr>
        <p:spPr>
          <a:xfrm>
            <a:off x="0" y="-157320"/>
            <a:ext cx="10515240" cy="614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6219A49-EE1B-4025-8B4C-809AA6B33920}" type="slidenum">
              <a:rPr/>
              <a:p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0" y="-1573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/>
          </p:nvPr>
        </p:nvSpPr>
        <p:spPr>
          <a:xfrm>
            <a:off x="640800" y="1168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/>
          </p:nvPr>
        </p:nvSpPr>
        <p:spPr>
          <a:xfrm>
            <a:off x="6028920" y="1168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4" name="PlaceHolder 4"/>
          <p:cNvSpPr>
            <a:spLocks noGrp="1"/>
          </p:cNvSpPr>
          <p:nvPr>
            <p:ph/>
          </p:nvPr>
        </p:nvSpPr>
        <p:spPr>
          <a:xfrm>
            <a:off x="640800" y="3441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A761CF5-8E84-4123-97B1-1F8D0ABB298F}" type="slidenum">
              <a:rPr/>
              <a:p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0" y="-1573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/>
          </p:nvPr>
        </p:nvSpPr>
        <p:spPr>
          <a:xfrm>
            <a:off x="640800" y="1168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/>
          </p:nvPr>
        </p:nvSpPr>
        <p:spPr>
          <a:xfrm>
            <a:off x="6028920" y="1168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/>
          </p:nvPr>
        </p:nvSpPr>
        <p:spPr>
          <a:xfrm>
            <a:off x="6028920" y="3441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2ADEF56-F441-47B5-921A-02AF73D3E8D6}" type="slidenum">
              <a:rPr/>
              <a:p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0" y="-1573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640800" y="1168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/>
          </p:nvPr>
        </p:nvSpPr>
        <p:spPr>
          <a:xfrm>
            <a:off x="6028920" y="1168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2" name="PlaceHolder 4"/>
          <p:cNvSpPr>
            <a:spLocks noGrp="1"/>
          </p:cNvSpPr>
          <p:nvPr>
            <p:ph/>
          </p:nvPr>
        </p:nvSpPr>
        <p:spPr>
          <a:xfrm>
            <a:off x="640800" y="3441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2F49E1D-DA9A-4027-AE44-ED4759B8CB21}" type="slidenum">
              <a:rPr/>
              <a:p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0" y="-1573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4" name="PlaceHolder 2"/>
          <p:cNvSpPr>
            <a:spLocks noGrp="1"/>
          </p:cNvSpPr>
          <p:nvPr>
            <p:ph/>
          </p:nvPr>
        </p:nvSpPr>
        <p:spPr>
          <a:xfrm>
            <a:off x="640800" y="116856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5" name="PlaceHolder 3"/>
          <p:cNvSpPr>
            <a:spLocks noGrp="1"/>
          </p:cNvSpPr>
          <p:nvPr>
            <p:ph/>
          </p:nvPr>
        </p:nvSpPr>
        <p:spPr>
          <a:xfrm>
            <a:off x="640800" y="3441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2F37C0E-CD84-4386-9243-C7D10BBD96DE}" type="slidenum">
              <a:rPr/>
              <a:p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0" y="-1573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/>
          </p:nvPr>
        </p:nvSpPr>
        <p:spPr>
          <a:xfrm>
            <a:off x="640800" y="1168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/>
          </p:nvPr>
        </p:nvSpPr>
        <p:spPr>
          <a:xfrm>
            <a:off x="6028920" y="1168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9" name="PlaceHolder 4"/>
          <p:cNvSpPr>
            <a:spLocks noGrp="1"/>
          </p:cNvSpPr>
          <p:nvPr>
            <p:ph/>
          </p:nvPr>
        </p:nvSpPr>
        <p:spPr>
          <a:xfrm>
            <a:off x="640800" y="3441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0" name="PlaceHolder 5"/>
          <p:cNvSpPr>
            <a:spLocks noGrp="1"/>
          </p:cNvSpPr>
          <p:nvPr>
            <p:ph/>
          </p:nvPr>
        </p:nvSpPr>
        <p:spPr>
          <a:xfrm>
            <a:off x="6028920" y="3441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95CC438C-A8CA-4A83-A8A5-1DE3D0BB575C}" type="slidenum">
              <a:rPr/>
              <a:pPr/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0" y="-1573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/>
          </p:nvPr>
        </p:nvSpPr>
        <p:spPr>
          <a:xfrm>
            <a:off x="640800" y="1168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/>
          </p:nvPr>
        </p:nvSpPr>
        <p:spPr>
          <a:xfrm>
            <a:off x="4196160" y="1168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4" name="PlaceHolder 4"/>
          <p:cNvSpPr>
            <a:spLocks noGrp="1"/>
          </p:cNvSpPr>
          <p:nvPr>
            <p:ph/>
          </p:nvPr>
        </p:nvSpPr>
        <p:spPr>
          <a:xfrm>
            <a:off x="7751880" y="1168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5" name="PlaceHolder 5"/>
          <p:cNvSpPr>
            <a:spLocks noGrp="1"/>
          </p:cNvSpPr>
          <p:nvPr>
            <p:ph/>
          </p:nvPr>
        </p:nvSpPr>
        <p:spPr>
          <a:xfrm>
            <a:off x="640800" y="3441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6" name="PlaceHolder 6"/>
          <p:cNvSpPr>
            <a:spLocks noGrp="1"/>
          </p:cNvSpPr>
          <p:nvPr>
            <p:ph/>
          </p:nvPr>
        </p:nvSpPr>
        <p:spPr>
          <a:xfrm>
            <a:off x="4196160" y="3441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7" name="PlaceHolder 7"/>
          <p:cNvSpPr>
            <a:spLocks noGrp="1"/>
          </p:cNvSpPr>
          <p:nvPr>
            <p:ph/>
          </p:nvPr>
        </p:nvSpPr>
        <p:spPr>
          <a:xfrm>
            <a:off x="7751880" y="3441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4CA08FD-1724-484E-B07E-6AB4C9518E27}" type="slidenum">
              <a:rPr/>
              <a:pPr/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lstStyle/>
          <a:p>
            <a:fld id="{22402194-DBD2-4CC2-8931-EA2C0AA04294}" type="slidenum">
              <a:rPr/>
              <a:p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0" y="-1573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 type="subTitle"/>
          </p:nvPr>
        </p:nvSpPr>
        <p:spPr>
          <a:xfrm>
            <a:off x="640800" y="1168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5"/>
          </p:nvPr>
        </p:nvSpPr>
        <p:spPr/>
        <p:txBody>
          <a:bodyPr/>
          <a:lstStyle/>
          <a:p>
            <a:fld id="{169164B7-D3DA-427D-9B51-9EE81B546AEC}" type="slidenum">
              <a:rPr/>
              <a:p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0" y="-1573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8" name="PlaceHolder 2"/>
          <p:cNvSpPr>
            <a:spLocks noGrp="1"/>
          </p:cNvSpPr>
          <p:nvPr>
            <p:ph/>
          </p:nvPr>
        </p:nvSpPr>
        <p:spPr>
          <a:xfrm>
            <a:off x="640800" y="1168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5"/>
          </p:nvPr>
        </p:nvSpPr>
        <p:spPr/>
        <p:txBody>
          <a:bodyPr/>
          <a:lstStyle/>
          <a:p>
            <a:fld id="{17E3EE5D-1558-4247-BC64-787B839B25D8}" type="slidenum">
              <a:rPr/>
              <a:p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0" y="-1573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/>
          </p:nvPr>
        </p:nvSpPr>
        <p:spPr>
          <a:xfrm>
            <a:off x="640800" y="1168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1" name="PlaceHolder 3"/>
          <p:cNvSpPr>
            <a:spLocks noGrp="1"/>
          </p:cNvSpPr>
          <p:nvPr>
            <p:ph/>
          </p:nvPr>
        </p:nvSpPr>
        <p:spPr>
          <a:xfrm>
            <a:off x="6028920" y="1168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5"/>
          </p:nvPr>
        </p:nvSpPr>
        <p:spPr/>
        <p:txBody>
          <a:bodyPr/>
          <a:lstStyle/>
          <a:p>
            <a:fld id="{D86F6333-58D6-4B1E-94B8-0FE8FD54EA34}" type="slidenum">
              <a:rPr/>
              <a:p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0" y="-1573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5"/>
          </p:nvPr>
        </p:nvSpPr>
        <p:spPr/>
        <p:txBody>
          <a:bodyPr/>
          <a:lstStyle/>
          <a:p>
            <a:fld id="{14606498-D077-4C34-90BB-C289CF6074E8}" type="slidenum">
              <a:rPr/>
              <a:p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subTitle"/>
          </p:nvPr>
        </p:nvSpPr>
        <p:spPr>
          <a:xfrm>
            <a:off x="0" y="-157320"/>
            <a:ext cx="10515240" cy="614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5"/>
          </p:nvPr>
        </p:nvSpPr>
        <p:spPr/>
        <p:txBody>
          <a:bodyPr/>
          <a:lstStyle/>
          <a:p>
            <a:fld id="{74CFCEFB-FCE6-4890-99EB-6A53F1DE149E}" type="slidenum">
              <a:rPr/>
              <a:p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0" y="-1573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/>
          </p:nvPr>
        </p:nvSpPr>
        <p:spPr>
          <a:xfrm>
            <a:off x="640800" y="1168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6" name="PlaceHolder 3"/>
          <p:cNvSpPr>
            <a:spLocks noGrp="1"/>
          </p:cNvSpPr>
          <p:nvPr>
            <p:ph/>
          </p:nvPr>
        </p:nvSpPr>
        <p:spPr>
          <a:xfrm>
            <a:off x="6028920" y="1168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7" name="PlaceHolder 4"/>
          <p:cNvSpPr>
            <a:spLocks noGrp="1"/>
          </p:cNvSpPr>
          <p:nvPr>
            <p:ph/>
          </p:nvPr>
        </p:nvSpPr>
        <p:spPr>
          <a:xfrm>
            <a:off x="640800" y="3441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5"/>
          </p:nvPr>
        </p:nvSpPr>
        <p:spPr/>
        <p:txBody>
          <a:bodyPr/>
          <a:lstStyle/>
          <a:p>
            <a:fld id="{CACF87ED-0412-4E44-B436-8FE920838EDB}" type="slidenum">
              <a:rPr/>
              <a:p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0" y="-1573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9" name="PlaceHolder 2"/>
          <p:cNvSpPr>
            <a:spLocks noGrp="1"/>
          </p:cNvSpPr>
          <p:nvPr>
            <p:ph/>
          </p:nvPr>
        </p:nvSpPr>
        <p:spPr>
          <a:xfrm>
            <a:off x="640800" y="1168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0" name="PlaceHolder 3"/>
          <p:cNvSpPr>
            <a:spLocks noGrp="1"/>
          </p:cNvSpPr>
          <p:nvPr>
            <p:ph/>
          </p:nvPr>
        </p:nvSpPr>
        <p:spPr>
          <a:xfrm>
            <a:off x="6028920" y="1168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1" name="PlaceHolder 4"/>
          <p:cNvSpPr>
            <a:spLocks noGrp="1"/>
          </p:cNvSpPr>
          <p:nvPr>
            <p:ph/>
          </p:nvPr>
        </p:nvSpPr>
        <p:spPr>
          <a:xfrm>
            <a:off x="6028920" y="3441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5"/>
          </p:nvPr>
        </p:nvSpPr>
        <p:spPr/>
        <p:txBody>
          <a:bodyPr/>
          <a:lstStyle/>
          <a:p>
            <a:fld id="{933108F8-E4A2-4B3A-B1D2-D3E23E97781E}" type="slidenum">
              <a:rPr/>
              <a:p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0" y="-1573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3" name="PlaceHolder 2"/>
          <p:cNvSpPr>
            <a:spLocks noGrp="1"/>
          </p:cNvSpPr>
          <p:nvPr>
            <p:ph/>
          </p:nvPr>
        </p:nvSpPr>
        <p:spPr>
          <a:xfrm>
            <a:off x="640800" y="1168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4" name="PlaceHolder 3"/>
          <p:cNvSpPr>
            <a:spLocks noGrp="1"/>
          </p:cNvSpPr>
          <p:nvPr>
            <p:ph/>
          </p:nvPr>
        </p:nvSpPr>
        <p:spPr>
          <a:xfrm>
            <a:off x="6028920" y="1168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5" name="PlaceHolder 4"/>
          <p:cNvSpPr>
            <a:spLocks noGrp="1"/>
          </p:cNvSpPr>
          <p:nvPr>
            <p:ph/>
          </p:nvPr>
        </p:nvSpPr>
        <p:spPr>
          <a:xfrm>
            <a:off x="640800" y="3441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5"/>
          </p:nvPr>
        </p:nvSpPr>
        <p:spPr/>
        <p:txBody>
          <a:bodyPr/>
          <a:lstStyle/>
          <a:p>
            <a:fld id="{BB101BDA-3B93-4C0B-B405-1A0885ADAF0F}" type="slidenum">
              <a:rPr/>
              <a:p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0" y="-1573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7" name="PlaceHolder 2"/>
          <p:cNvSpPr>
            <a:spLocks noGrp="1"/>
          </p:cNvSpPr>
          <p:nvPr>
            <p:ph/>
          </p:nvPr>
        </p:nvSpPr>
        <p:spPr>
          <a:xfrm>
            <a:off x="640800" y="116856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/>
          </p:nvPr>
        </p:nvSpPr>
        <p:spPr>
          <a:xfrm>
            <a:off x="640800" y="3441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5"/>
          </p:nvPr>
        </p:nvSpPr>
        <p:spPr/>
        <p:txBody>
          <a:bodyPr/>
          <a:lstStyle/>
          <a:p>
            <a:fld id="{19508240-FAF0-4285-A7B3-20FC7C4921D8}" type="slidenum">
              <a:rPr/>
              <a:p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0" y="-1573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0" name="PlaceHolder 2"/>
          <p:cNvSpPr>
            <a:spLocks noGrp="1"/>
          </p:cNvSpPr>
          <p:nvPr>
            <p:ph/>
          </p:nvPr>
        </p:nvSpPr>
        <p:spPr>
          <a:xfrm>
            <a:off x="640800" y="1168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/>
          </p:nvPr>
        </p:nvSpPr>
        <p:spPr>
          <a:xfrm>
            <a:off x="6028920" y="1168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2" name="PlaceHolder 4"/>
          <p:cNvSpPr>
            <a:spLocks noGrp="1"/>
          </p:cNvSpPr>
          <p:nvPr>
            <p:ph/>
          </p:nvPr>
        </p:nvSpPr>
        <p:spPr>
          <a:xfrm>
            <a:off x="640800" y="3441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3" name="PlaceHolder 5"/>
          <p:cNvSpPr>
            <a:spLocks noGrp="1"/>
          </p:cNvSpPr>
          <p:nvPr>
            <p:ph/>
          </p:nvPr>
        </p:nvSpPr>
        <p:spPr>
          <a:xfrm>
            <a:off x="6028920" y="3441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5"/>
          </p:nvPr>
        </p:nvSpPr>
        <p:spPr/>
        <p:txBody>
          <a:bodyPr/>
          <a:lstStyle/>
          <a:p>
            <a:fld id="{68F6D241-9AA6-41AE-9694-9D50B07300D1}" type="slidenum">
              <a:rPr/>
              <a:pPr/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title"/>
          </p:nvPr>
        </p:nvSpPr>
        <p:spPr>
          <a:xfrm>
            <a:off x="0" y="-1573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5" name="PlaceHolder 2"/>
          <p:cNvSpPr>
            <a:spLocks noGrp="1"/>
          </p:cNvSpPr>
          <p:nvPr>
            <p:ph/>
          </p:nvPr>
        </p:nvSpPr>
        <p:spPr>
          <a:xfrm>
            <a:off x="640800" y="1168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6" name="PlaceHolder 3"/>
          <p:cNvSpPr>
            <a:spLocks noGrp="1"/>
          </p:cNvSpPr>
          <p:nvPr>
            <p:ph/>
          </p:nvPr>
        </p:nvSpPr>
        <p:spPr>
          <a:xfrm>
            <a:off x="4196160" y="1168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7" name="PlaceHolder 4"/>
          <p:cNvSpPr>
            <a:spLocks noGrp="1"/>
          </p:cNvSpPr>
          <p:nvPr>
            <p:ph/>
          </p:nvPr>
        </p:nvSpPr>
        <p:spPr>
          <a:xfrm>
            <a:off x="7751880" y="1168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8" name="PlaceHolder 5"/>
          <p:cNvSpPr>
            <a:spLocks noGrp="1"/>
          </p:cNvSpPr>
          <p:nvPr>
            <p:ph/>
          </p:nvPr>
        </p:nvSpPr>
        <p:spPr>
          <a:xfrm>
            <a:off x="640800" y="3441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9" name="PlaceHolder 6"/>
          <p:cNvSpPr>
            <a:spLocks noGrp="1"/>
          </p:cNvSpPr>
          <p:nvPr>
            <p:ph/>
          </p:nvPr>
        </p:nvSpPr>
        <p:spPr>
          <a:xfrm>
            <a:off x="4196160" y="3441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0" name="PlaceHolder 7"/>
          <p:cNvSpPr>
            <a:spLocks noGrp="1"/>
          </p:cNvSpPr>
          <p:nvPr>
            <p:ph/>
          </p:nvPr>
        </p:nvSpPr>
        <p:spPr>
          <a:xfrm>
            <a:off x="7751880" y="3441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5"/>
          </p:nvPr>
        </p:nvSpPr>
        <p:spPr/>
        <p:txBody>
          <a:bodyPr/>
          <a:lstStyle/>
          <a:p>
            <a:fld id="{38FE2CC3-4663-467F-A35A-4D66A4E97D2D}" type="slidenum">
              <a:rPr/>
              <a:pPr/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fld id="{74F1ADBE-2D39-4F4B-8A71-769B6D99FF1F}" type="slidenum">
              <a:rPr/>
              <a:p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title"/>
          </p:nvPr>
        </p:nvSpPr>
        <p:spPr>
          <a:xfrm>
            <a:off x="0" y="-1573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1" name="PlaceHolder 2"/>
          <p:cNvSpPr>
            <a:spLocks noGrp="1"/>
          </p:cNvSpPr>
          <p:nvPr>
            <p:ph type="subTitle"/>
          </p:nvPr>
        </p:nvSpPr>
        <p:spPr>
          <a:xfrm>
            <a:off x="640800" y="1168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fld id="{EE2F7D3E-5D63-4299-8026-79DCE6D51EC1}" type="slidenum">
              <a:rPr/>
              <a:p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 type="title"/>
          </p:nvPr>
        </p:nvSpPr>
        <p:spPr>
          <a:xfrm>
            <a:off x="0" y="-1573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3" name="PlaceHolder 2"/>
          <p:cNvSpPr>
            <a:spLocks noGrp="1"/>
          </p:cNvSpPr>
          <p:nvPr>
            <p:ph/>
          </p:nvPr>
        </p:nvSpPr>
        <p:spPr>
          <a:xfrm>
            <a:off x="640800" y="1168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fld id="{24DEE782-485F-4CCB-A5B6-A68CFE4F2F22}" type="slidenum">
              <a:rPr/>
              <a:p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title"/>
          </p:nvPr>
        </p:nvSpPr>
        <p:spPr>
          <a:xfrm>
            <a:off x="0" y="-1573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5" name="PlaceHolder 2"/>
          <p:cNvSpPr>
            <a:spLocks noGrp="1"/>
          </p:cNvSpPr>
          <p:nvPr>
            <p:ph/>
          </p:nvPr>
        </p:nvSpPr>
        <p:spPr>
          <a:xfrm>
            <a:off x="640800" y="1168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/>
          </p:nvPr>
        </p:nvSpPr>
        <p:spPr>
          <a:xfrm>
            <a:off x="6028920" y="1168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fld id="{8F1FC000-9B02-47B8-96E1-88519E869740}" type="slidenum">
              <a:rPr/>
              <a:p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title"/>
          </p:nvPr>
        </p:nvSpPr>
        <p:spPr>
          <a:xfrm>
            <a:off x="0" y="-1573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fld id="{953DC046-F6B4-4FAF-AF9B-4BF7CFC4C3C0}" type="slidenum">
              <a:rPr/>
              <a:p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subTitle"/>
          </p:nvPr>
        </p:nvSpPr>
        <p:spPr>
          <a:xfrm>
            <a:off x="0" y="-157320"/>
            <a:ext cx="10515240" cy="614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fld id="{39EFF87C-429B-4AD1-BDDD-E1D7563B8764}" type="slidenum">
              <a:rPr/>
              <a:p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title"/>
          </p:nvPr>
        </p:nvSpPr>
        <p:spPr>
          <a:xfrm>
            <a:off x="0" y="-1573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0" name="PlaceHolder 2"/>
          <p:cNvSpPr>
            <a:spLocks noGrp="1"/>
          </p:cNvSpPr>
          <p:nvPr>
            <p:ph/>
          </p:nvPr>
        </p:nvSpPr>
        <p:spPr>
          <a:xfrm>
            <a:off x="640800" y="1168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1" name="PlaceHolder 3"/>
          <p:cNvSpPr>
            <a:spLocks noGrp="1"/>
          </p:cNvSpPr>
          <p:nvPr>
            <p:ph/>
          </p:nvPr>
        </p:nvSpPr>
        <p:spPr>
          <a:xfrm>
            <a:off x="6028920" y="1168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2" name="PlaceHolder 4"/>
          <p:cNvSpPr>
            <a:spLocks noGrp="1"/>
          </p:cNvSpPr>
          <p:nvPr>
            <p:ph/>
          </p:nvPr>
        </p:nvSpPr>
        <p:spPr>
          <a:xfrm>
            <a:off x="640800" y="3441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fld id="{B44F17B2-BA6C-439A-A829-DB3D7F94E0A8}" type="slidenum">
              <a:rPr/>
              <a:p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title"/>
          </p:nvPr>
        </p:nvSpPr>
        <p:spPr>
          <a:xfrm>
            <a:off x="0" y="-1573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4" name="PlaceHolder 2"/>
          <p:cNvSpPr>
            <a:spLocks noGrp="1"/>
          </p:cNvSpPr>
          <p:nvPr>
            <p:ph/>
          </p:nvPr>
        </p:nvSpPr>
        <p:spPr>
          <a:xfrm>
            <a:off x="640800" y="1168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5" name="PlaceHolder 3"/>
          <p:cNvSpPr>
            <a:spLocks noGrp="1"/>
          </p:cNvSpPr>
          <p:nvPr>
            <p:ph/>
          </p:nvPr>
        </p:nvSpPr>
        <p:spPr>
          <a:xfrm>
            <a:off x="6028920" y="1168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6" name="PlaceHolder 4"/>
          <p:cNvSpPr>
            <a:spLocks noGrp="1"/>
          </p:cNvSpPr>
          <p:nvPr>
            <p:ph/>
          </p:nvPr>
        </p:nvSpPr>
        <p:spPr>
          <a:xfrm>
            <a:off x="6028920" y="3441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fld id="{12441378-3ED1-44C1-9835-2FD486E89C71}" type="slidenum">
              <a:rPr/>
              <a:p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title"/>
          </p:nvPr>
        </p:nvSpPr>
        <p:spPr>
          <a:xfrm>
            <a:off x="0" y="-1573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8" name="PlaceHolder 2"/>
          <p:cNvSpPr>
            <a:spLocks noGrp="1"/>
          </p:cNvSpPr>
          <p:nvPr>
            <p:ph/>
          </p:nvPr>
        </p:nvSpPr>
        <p:spPr>
          <a:xfrm>
            <a:off x="640800" y="1168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9" name="PlaceHolder 3"/>
          <p:cNvSpPr>
            <a:spLocks noGrp="1"/>
          </p:cNvSpPr>
          <p:nvPr>
            <p:ph/>
          </p:nvPr>
        </p:nvSpPr>
        <p:spPr>
          <a:xfrm>
            <a:off x="6028920" y="1168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0" name="PlaceHolder 4"/>
          <p:cNvSpPr>
            <a:spLocks noGrp="1"/>
          </p:cNvSpPr>
          <p:nvPr>
            <p:ph/>
          </p:nvPr>
        </p:nvSpPr>
        <p:spPr>
          <a:xfrm>
            <a:off x="640800" y="3441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fld id="{6DE6903E-22B6-4809-B7B0-F20A109538B8}" type="slidenum">
              <a:rPr/>
              <a:p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title"/>
          </p:nvPr>
        </p:nvSpPr>
        <p:spPr>
          <a:xfrm>
            <a:off x="0" y="-1573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2" name="PlaceHolder 2"/>
          <p:cNvSpPr>
            <a:spLocks noGrp="1"/>
          </p:cNvSpPr>
          <p:nvPr>
            <p:ph/>
          </p:nvPr>
        </p:nvSpPr>
        <p:spPr>
          <a:xfrm>
            <a:off x="640800" y="116856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3" name="PlaceHolder 3"/>
          <p:cNvSpPr>
            <a:spLocks noGrp="1"/>
          </p:cNvSpPr>
          <p:nvPr>
            <p:ph/>
          </p:nvPr>
        </p:nvSpPr>
        <p:spPr>
          <a:xfrm>
            <a:off x="640800" y="3441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fld id="{71035D59-3995-4F2E-ABD3-D6BE19481F96}" type="slidenum">
              <a:rPr/>
              <a:p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title"/>
          </p:nvPr>
        </p:nvSpPr>
        <p:spPr>
          <a:xfrm>
            <a:off x="0" y="-1573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5" name="PlaceHolder 2"/>
          <p:cNvSpPr>
            <a:spLocks noGrp="1"/>
          </p:cNvSpPr>
          <p:nvPr>
            <p:ph/>
          </p:nvPr>
        </p:nvSpPr>
        <p:spPr>
          <a:xfrm>
            <a:off x="640800" y="1168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6" name="PlaceHolder 3"/>
          <p:cNvSpPr>
            <a:spLocks noGrp="1"/>
          </p:cNvSpPr>
          <p:nvPr>
            <p:ph/>
          </p:nvPr>
        </p:nvSpPr>
        <p:spPr>
          <a:xfrm>
            <a:off x="6028920" y="1168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7" name="PlaceHolder 4"/>
          <p:cNvSpPr>
            <a:spLocks noGrp="1"/>
          </p:cNvSpPr>
          <p:nvPr>
            <p:ph/>
          </p:nvPr>
        </p:nvSpPr>
        <p:spPr>
          <a:xfrm>
            <a:off x="640800" y="3441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8" name="PlaceHolder 5"/>
          <p:cNvSpPr>
            <a:spLocks noGrp="1"/>
          </p:cNvSpPr>
          <p:nvPr>
            <p:ph/>
          </p:nvPr>
        </p:nvSpPr>
        <p:spPr>
          <a:xfrm>
            <a:off x="6028920" y="3441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fld id="{CEEE158A-E351-4ED4-B232-1C8FB73557BD}" type="slidenum">
              <a:rPr/>
              <a:pPr/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1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PlaceHolder 1"/>
          <p:cNvSpPr>
            <a:spLocks noGrp="1"/>
          </p:cNvSpPr>
          <p:nvPr>
            <p:ph type="title"/>
          </p:nvPr>
        </p:nvSpPr>
        <p:spPr>
          <a:xfrm>
            <a:off x="0" y="-1573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0" name="PlaceHolder 2"/>
          <p:cNvSpPr>
            <a:spLocks noGrp="1"/>
          </p:cNvSpPr>
          <p:nvPr>
            <p:ph/>
          </p:nvPr>
        </p:nvSpPr>
        <p:spPr>
          <a:xfrm>
            <a:off x="640800" y="1168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1" name="PlaceHolder 3"/>
          <p:cNvSpPr>
            <a:spLocks noGrp="1"/>
          </p:cNvSpPr>
          <p:nvPr>
            <p:ph/>
          </p:nvPr>
        </p:nvSpPr>
        <p:spPr>
          <a:xfrm>
            <a:off x="4196160" y="1168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2" name="PlaceHolder 4"/>
          <p:cNvSpPr>
            <a:spLocks noGrp="1"/>
          </p:cNvSpPr>
          <p:nvPr>
            <p:ph/>
          </p:nvPr>
        </p:nvSpPr>
        <p:spPr>
          <a:xfrm>
            <a:off x="7751880" y="1168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3" name="PlaceHolder 5"/>
          <p:cNvSpPr>
            <a:spLocks noGrp="1"/>
          </p:cNvSpPr>
          <p:nvPr>
            <p:ph/>
          </p:nvPr>
        </p:nvSpPr>
        <p:spPr>
          <a:xfrm>
            <a:off x="640800" y="3441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4" name="PlaceHolder 6"/>
          <p:cNvSpPr>
            <a:spLocks noGrp="1"/>
          </p:cNvSpPr>
          <p:nvPr>
            <p:ph/>
          </p:nvPr>
        </p:nvSpPr>
        <p:spPr>
          <a:xfrm>
            <a:off x="4196160" y="3441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5" name="PlaceHolder 7"/>
          <p:cNvSpPr>
            <a:spLocks noGrp="1"/>
          </p:cNvSpPr>
          <p:nvPr>
            <p:ph/>
          </p:nvPr>
        </p:nvSpPr>
        <p:spPr>
          <a:xfrm>
            <a:off x="7751880" y="3441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fld id="{FA06D37C-03AB-4901-B3E9-518CFCAD3927}" type="slidenum">
              <a:rPr/>
              <a:pPr/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1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lstStyle/>
          <a:p>
            <a:fld id="{CD08003D-DD91-47E8-B4F4-811317EC8F02}" type="slidenum">
              <a:rPr/>
              <a:p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/>
          </p:cNvSpPr>
          <p:nvPr>
            <p:ph type="title"/>
          </p:nvPr>
        </p:nvSpPr>
        <p:spPr>
          <a:xfrm>
            <a:off x="0" y="-1573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2" name="PlaceHolder 2"/>
          <p:cNvSpPr>
            <a:spLocks noGrp="1"/>
          </p:cNvSpPr>
          <p:nvPr>
            <p:ph type="subTitle"/>
          </p:nvPr>
        </p:nvSpPr>
        <p:spPr>
          <a:xfrm>
            <a:off x="640800" y="1168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1"/>
          </p:nvPr>
        </p:nvSpPr>
        <p:spPr/>
        <p:txBody>
          <a:bodyPr/>
          <a:lstStyle/>
          <a:p>
            <a:fld id="{26BE202E-AD11-487E-A381-D9A15943E8C5}" type="slidenum">
              <a:rPr/>
              <a:p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title"/>
          </p:nvPr>
        </p:nvSpPr>
        <p:spPr>
          <a:xfrm>
            <a:off x="0" y="-1573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4" name="PlaceHolder 2"/>
          <p:cNvSpPr>
            <a:spLocks noGrp="1"/>
          </p:cNvSpPr>
          <p:nvPr>
            <p:ph/>
          </p:nvPr>
        </p:nvSpPr>
        <p:spPr>
          <a:xfrm>
            <a:off x="640800" y="1168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1"/>
          </p:nvPr>
        </p:nvSpPr>
        <p:spPr/>
        <p:txBody>
          <a:bodyPr/>
          <a:lstStyle/>
          <a:p>
            <a:fld id="{B3E05482-8898-49C5-81BC-90812855910C}" type="slidenum">
              <a:rPr/>
              <a:p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/>
          </p:cNvSpPr>
          <p:nvPr>
            <p:ph type="title"/>
          </p:nvPr>
        </p:nvSpPr>
        <p:spPr>
          <a:xfrm>
            <a:off x="0" y="-1573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6" name="PlaceHolder 2"/>
          <p:cNvSpPr>
            <a:spLocks noGrp="1"/>
          </p:cNvSpPr>
          <p:nvPr>
            <p:ph/>
          </p:nvPr>
        </p:nvSpPr>
        <p:spPr>
          <a:xfrm>
            <a:off x="640800" y="1168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/>
          </p:nvPr>
        </p:nvSpPr>
        <p:spPr>
          <a:xfrm>
            <a:off x="6028920" y="1168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1"/>
          </p:nvPr>
        </p:nvSpPr>
        <p:spPr/>
        <p:txBody>
          <a:bodyPr/>
          <a:lstStyle/>
          <a:p>
            <a:fld id="{AE71C67D-B0BB-4C92-A130-02F23085C625}" type="slidenum">
              <a:rPr/>
              <a:p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title"/>
          </p:nvPr>
        </p:nvSpPr>
        <p:spPr>
          <a:xfrm>
            <a:off x="0" y="-1573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1"/>
          </p:nvPr>
        </p:nvSpPr>
        <p:spPr/>
        <p:txBody>
          <a:bodyPr/>
          <a:lstStyle/>
          <a:p>
            <a:fld id="{35F82553-3E77-4DC4-87A5-E53D6961617B}" type="slidenum">
              <a:rPr/>
              <a:p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subTitle"/>
          </p:nvPr>
        </p:nvSpPr>
        <p:spPr>
          <a:xfrm>
            <a:off x="0" y="-157320"/>
            <a:ext cx="10515240" cy="614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1"/>
          </p:nvPr>
        </p:nvSpPr>
        <p:spPr/>
        <p:txBody>
          <a:bodyPr/>
          <a:lstStyle/>
          <a:p>
            <a:fld id="{5FB3385A-FE55-47A3-BF83-6FB3E635B6DF}" type="slidenum">
              <a:rPr/>
              <a:p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PlaceHolder 1"/>
          <p:cNvSpPr>
            <a:spLocks noGrp="1"/>
          </p:cNvSpPr>
          <p:nvPr>
            <p:ph type="title"/>
          </p:nvPr>
        </p:nvSpPr>
        <p:spPr>
          <a:xfrm>
            <a:off x="0" y="-1573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1" name="PlaceHolder 2"/>
          <p:cNvSpPr>
            <a:spLocks noGrp="1"/>
          </p:cNvSpPr>
          <p:nvPr>
            <p:ph/>
          </p:nvPr>
        </p:nvSpPr>
        <p:spPr>
          <a:xfrm>
            <a:off x="640800" y="1168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2" name="PlaceHolder 3"/>
          <p:cNvSpPr>
            <a:spLocks noGrp="1"/>
          </p:cNvSpPr>
          <p:nvPr>
            <p:ph/>
          </p:nvPr>
        </p:nvSpPr>
        <p:spPr>
          <a:xfrm>
            <a:off x="6028920" y="1168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3" name="PlaceHolder 4"/>
          <p:cNvSpPr>
            <a:spLocks noGrp="1"/>
          </p:cNvSpPr>
          <p:nvPr>
            <p:ph/>
          </p:nvPr>
        </p:nvSpPr>
        <p:spPr>
          <a:xfrm>
            <a:off x="640800" y="3441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1"/>
          </p:nvPr>
        </p:nvSpPr>
        <p:spPr/>
        <p:txBody>
          <a:bodyPr/>
          <a:lstStyle/>
          <a:p>
            <a:fld id="{F84F2EE3-0358-4A72-9ED8-6810AF08A730}" type="slidenum">
              <a:rPr/>
              <a:p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/>
          </p:cNvSpPr>
          <p:nvPr>
            <p:ph type="title"/>
          </p:nvPr>
        </p:nvSpPr>
        <p:spPr>
          <a:xfrm>
            <a:off x="0" y="-1573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5" name="PlaceHolder 2"/>
          <p:cNvSpPr>
            <a:spLocks noGrp="1"/>
          </p:cNvSpPr>
          <p:nvPr>
            <p:ph/>
          </p:nvPr>
        </p:nvSpPr>
        <p:spPr>
          <a:xfrm>
            <a:off x="640800" y="1168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6" name="PlaceHolder 3"/>
          <p:cNvSpPr>
            <a:spLocks noGrp="1"/>
          </p:cNvSpPr>
          <p:nvPr>
            <p:ph/>
          </p:nvPr>
        </p:nvSpPr>
        <p:spPr>
          <a:xfrm>
            <a:off x="6028920" y="1168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7" name="PlaceHolder 4"/>
          <p:cNvSpPr>
            <a:spLocks noGrp="1"/>
          </p:cNvSpPr>
          <p:nvPr>
            <p:ph/>
          </p:nvPr>
        </p:nvSpPr>
        <p:spPr>
          <a:xfrm>
            <a:off x="6028920" y="3441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1"/>
          </p:nvPr>
        </p:nvSpPr>
        <p:spPr/>
        <p:txBody>
          <a:bodyPr/>
          <a:lstStyle/>
          <a:p>
            <a:fld id="{D0DC30DA-DF96-4A39-B76E-DEDE764FE87D}" type="slidenum">
              <a:rPr/>
              <a:p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title"/>
          </p:nvPr>
        </p:nvSpPr>
        <p:spPr>
          <a:xfrm>
            <a:off x="0" y="-1573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9" name="PlaceHolder 2"/>
          <p:cNvSpPr>
            <a:spLocks noGrp="1"/>
          </p:cNvSpPr>
          <p:nvPr>
            <p:ph/>
          </p:nvPr>
        </p:nvSpPr>
        <p:spPr>
          <a:xfrm>
            <a:off x="640800" y="1168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80" name="PlaceHolder 3"/>
          <p:cNvSpPr>
            <a:spLocks noGrp="1"/>
          </p:cNvSpPr>
          <p:nvPr>
            <p:ph/>
          </p:nvPr>
        </p:nvSpPr>
        <p:spPr>
          <a:xfrm>
            <a:off x="6028920" y="1168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81" name="PlaceHolder 4"/>
          <p:cNvSpPr>
            <a:spLocks noGrp="1"/>
          </p:cNvSpPr>
          <p:nvPr>
            <p:ph/>
          </p:nvPr>
        </p:nvSpPr>
        <p:spPr>
          <a:xfrm>
            <a:off x="640800" y="3441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1"/>
          </p:nvPr>
        </p:nvSpPr>
        <p:spPr/>
        <p:txBody>
          <a:bodyPr/>
          <a:lstStyle/>
          <a:p>
            <a:fld id="{52B190C5-BBD4-4525-B680-6091D251FBB1}" type="slidenum">
              <a:rPr/>
              <a:p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PlaceHolder 1"/>
          <p:cNvSpPr>
            <a:spLocks noGrp="1"/>
          </p:cNvSpPr>
          <p:nvPr>
            <p:ph type="title"/>
          </p:nvPr>
        </p:nvSpPr>
        <p:spPr>
          <a:xfrm>
            <a:off x="0" y="-1573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83" name="PlaceHolder 2"/>
          <p:cNvSpPr>
            <a:spLocks noGrp="1"/>
          </p:cNvSpPr>
          <p:nvPr>
            <p:ph/>
          </p:nvPr>
        </p:nvSpPr>
        <p:spPr>
          <a:xfrm>
            <a:off x="640800" y="116856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84" name="PlaceHolder 3"/>
          <p:cNvSpPr>
            <a:spLocks noGrp="1"/>
          </p:cNvSpPr>
          <p:nvPr>
            <p:ph/>
          </p:nvPr>
        </p:nvSpPr>
        <p:spPr>
          <a:xfrm>
            <a:off x="640800" y="3441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1"/>
          </p:nvPr>
        </p:nvSpPr>
        <p:spPr/>
        <p:txBody>
          <a:bodyPr/>
          <a:lstStyle/>
          <a:p>
            <a:fld id="{163CCFE5-1980-4770-A2EC-0694DC3D415C}" type="slidenum">
              <a:rPr/>
              <a:p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PlaceHolder 1"/>
          <p:cNvSpPr>
            <a:spLocks noGrp="1"/>
          </p:cNvSpPr>
          <p:nvPr>
            <p:ph type="title"/>
          </p:nvPr>
        </p:nvSpPr>
        <p:spPr>
          <a:xfrm>
            <a:off x="0" y="-1573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86" name="PlaceHolder 2"/>
          <p:cNvSpPr>
            <a:spLocks noGrp="1"/>
          </p:cNvSpPr>
          <p:nvPr>
            <p:ph/>
          </p:nvPr>
        </p:nvSpPr>
        <p:spPr>
          <a:xfrm>
            <a:off x="640800" y="1168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87" name="PlaceHolder 3"/>
          <p:cNvSpPr>
            <a:spLocks noGrp="1"/>
          </p:cNvSpPr>
          <p:nvPr>
            <p:ph/>
          </p:nvPr>
        </p:nvSpPr>
        <p:spPr>
          <a:xfrm>
            <a:off x="6028920" y="1168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88" name="PlaceHolder 4"/>
          <p:cNvSpPr>
            <a:spLocks noGrp="1"/>
          </p:cNvSpPr>
          <p:nvPr>
            <p:ph/>
          </p:nvPr>
        </p:nvSpPr>
        <p:spPr>
          <a:xfrm>
            <a:off x="640800" y="3441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89" name="PlaceHolder 5"/>
          <p:cNvSpPr>
            <a:spLocks noGrp="1"/>
          </p:cNvSpPr>
          <p:nvPr>
            <p:ph/>
          </p:nvPr>
        </p:nvSpPr>
        <p:spPr>
          <a:xfrm>
            <a:off x="6028920" y="3441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1"/>
          </p:nvPr>
        </p:nvSpPr>
        <p:spPr/>
        <p:txBody>
          <a:bodyPr/>
          <a:lstStyle/>
          <a:p>
            <a:fld id="{331DA0EA-1AC6-4996-B1CD-7490D877749B}" type="slidenum">
              <a:rPr/>
              <a:pPr/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1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title"/>
          </p:nvPr>
        </p:nvSpPr>
        <p:spPr>
          <a:xfrm>
            <a:off x="0" y="-1573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1" name="PlaceHolder 2"/>
          <p:cNvSpPr>
            <a:spLocks noGrp="1"/>
          </p:cNvSpPr>
          <p:nvPr>
            <p:ph/>
          </p:nvPr>
        </p:nvSpPr>
        <p:spPr>
          <a:xfrm>
            <a:off x="640800" y="1168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2" name="PlaceHolder 3"/>
          <p:cNvSpPr>
            <a:spLocks noGrp="1"/>
          </p:cNvSpPr>
          <p:nvPr>
            <p:ph/>
          </p:nvPr>
        </p:nvSpPr>
        <p:spPr>
          <a:xfrm>
            <a:off x="4196160" y="1168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3" name="PlaceHolder 4"/>
          <p:cNvSpPr>
            <a:spLocks noGrp="1"/>
          </p:cNvSpPr>
          <p:nvPr>
            <p:ph/>
          </p:nvPr>
        </p:nvSpPr>
        <p:spPr>
          <a:xfrm>
            <a:off x="7751880" y="1168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4" name="PlaceHolder 5"/>
          <p:cNvSpPr>
            <a:spLocks noGrp="1"/>
          </p:cNvSpPr>
          <p:nvPr>
            <p:ph/>
          </p:nvPr>
        </p:nvSpPr>
        <p:spPr>
          <a:xfrm>
            <a:off x="640800" y="3441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5" name="PlaceHolder 6"/>
          <p:cNvSpPr>
            <a:spLocks noGrp="1"/>
          </p:cNvSpPr>
          <p:nvPr>
            <p:ph/>
          </p:nvPr>
        </p:nvSpPr>
        <p:spPr>
          <a:xfrm>
            <a:off x="4196160" y="3441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6" name="PlaceHolder 7"/>
          <p:cNvSpPr>
            <a:spLocks noGrp="1"/>
          </p:cNvSpPr>
          <p:nvPr>
            <p:ph/>
          </p:nvPr>
        </p:nvSpPr>
        <p:spPr>
          <a:xfrm>
            <a:off x="7751880" y="3441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1"/>
          </p:nvPr>
        </p:nvSpPr>
        <p:spPr/>
        <p:txBody>
          <a:bodyPr/>
          <a:lstStyle/>
          <a:p>
            <a:fld id="{F3FA72EA-7C97-4E43-9208-FFFD5DF7A45A}" type="slidenum">
              <a:rPr/>
              <a:pPr/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1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501F5920-BD53-421D-9BB1-A2B8F21C2085}" type="slidenum">
              <a:rPr/>
              <a:p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/>
          </p:cNvSpPr>
          <p:nvPr>
            <p:ph type="title"/>
          </p:nvPr>
        </p:nvSpPr>
        <p:spPr>
          <a:xfrm>
            <a:off x="0" y="-1573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2" name="PlaceHolder 2"/>
          <p:cNvSpPr>
            <a:spLocks noGrp="1"/>
          </p:cNvSpPr>
          <p:nvPr>
            <p:ph type="subTitle"/>
          </p:nvPr>
        </p:nvSpPr>
        <p:spPr>
          <a:xfrm>
            <a:off x="640800" y="1168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E6D4846A-8322-49D5-AF5A-BACAC3929362}" type="slidenum">
              <a:rPr/>
              <a:p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2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PlaceHolder 1"/>
          <p:cNvSpPr>
            <a:spLocks noGrp="1"/>
          </p:cNvSpPr>
          <p:nvPr>
            <p:ph type="title"/>
          </p:nvPr>
        </p:nvSpPr>
        <p:spPr>
          <a:xfrm>
            <a:off x="0" y="-1573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4" name="PlaceHolder 2"/>
          <p:cNvSpPr>
            <a:spLocks noGrp="1"/>
          </p:cNvSpPr>
          <p:nvPr>
            <p:ph/>
          </p:nvPr>
        </p:nvSpPr>
        <p:spPr>
          <a:xfrm>
            <a:off x="640800" y="1168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5AFB52E4-6975-4301-ABDB-933962FD6FCC}" type="slidenum">
              <a:rPr/>
              <a:p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2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title"/>
          </p:nvPr>
        </p:nvSpPr>
        <p:spPr>
          <a:xfrm>
            <a:off x="0" y="-1573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6" name="PlaceHolder 2"/>
          <p:cNvSpPr>
            <a:spLocks noGrp="1"/>
          </p:cNvSpPr>
          <p:nvPr>
            <p:ph/>
          </p:nvPr>
        </p:nvSpPr>
        <p:spPr>
          <a:xfrm>
            <a:off x="640800" y="1168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7" name="PlaceHolder 3"/>
          <p:cNvSpPr>
            <a:spLocks noGrp="1"/>
          </p:cNvSpPr>
          <p:nvPr>
            <p:ph/>
          </p:nvPr>
        </p:nvSpPr>
        <p:spPr>
          <a:xfrm>
            <a:off x="6028920" y="1168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8DA1BB18-AC2E-4FB6-9C3D-648DD70634DC}" type="slidenum">
              <a:rPr/>
              <a:p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2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title"/>
          </p:nvPr>
        </p:nvSpPr>
        <p:spPr>
          <a:xfrm>
            <a:off x="0" y="-1573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E868E6C8-7739-4CD0-8D8E-0B7768EE150B}" type="slidenum">
              <a:rPr/>
              <a:p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PlaceHolder 1"/>
          <p:cNvSpPr>
            <a:spLocks noGrp="1"/>
          </p:cNvSpPr>
          <p:nvPr>
            <p:ph type="subTitle"/>
          </p:nvPr>
        </p:nvSpPr>
        <p:spPr>
          <a:xfrm>
            <a:off x="0" y="-157320"/>
            <a:ext cx="10515240" cy="614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82FA53BA-0E90-4E80-992E-F0EC55BABCCD}" type="slidenum">
              <a:rPr/>
              <a:p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laceHolder 1"/>
          <p:cNvSpPr>
            <a:spLocks noGrp="1"/>
          </p:cNvSpPr>
          <p:nvPr>
            <p:ph type="title"/>
          </p:nvPr>
        </p:nvSpPr>
        <p:spPr>
          <a:xfrm>
            <a:off x="0" y="-1573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1" name="PlaceHolder 2"/>
          <p:cNvSpPr>
            <a:spLocks noGrp="1"/>
          </p:cNvSpPr>
          <p:nvPr>
            <p:ph/>
          </p:nvPr>
        </p:nvSpPr>
        <p:spPr>
          <a:xfrm>
            <a:off x="640800" y="1168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2" name="PlaceHolder 3"/>
          <p:cNvSpPr>
            <a:spLocks noGrp="1"/>
          </p:cNvSpPr>
          <p:nvPr>
            <p:ph/>
          </p:nvPr>
        </p:nvSpPr>
        <p:spPr>
          <a:xfrm>
            <a:off x="6028920" y="1168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3" name="PlaceHolder 4"/>
          <p:cNvSpPr>
            <a:spLocks noGrp="1"/>
          </p:cNvSpPr>
          <p:nvPr>
            <p:ph/>
          </p:nvPr>
        </p:nvSpPr>
        <p:spPr>
          <a:xfrm>
            <a:off x="640800" y="3441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D9F62908-019E-4041-8CE3-4228077957B8}" type="slidenum">
              <a:rPr/>
              <a:p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2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/>
          </p:cNvSpPr>
          <p:nvPr>
            <p:ph type="title"/>
          </p:nvPr>
        </p:nvSpPr>
        <p:spPr>
          <a:xfrm>
            <a:off x="0" y="-1573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5" name="PlaceHolder 2"/>
          <p:cNvSpPr>
            <a:spLocks noGrp="1"/>
          </p:cNvSpPr>
          <p:nvPr>
            <p:ph/>
          </p:nvPr>
        </p:nvSpPr>
        <p:spPr>
          <a:xfrm>
            <a:off x="640800" y="1168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6" name="PlaceHolder 3"/>
          <p:cNvSpPr>
            <a:spLocks noGrp="1"/>
          </p:cNvSpPr>
          <p:nvPr>
            <p:ph/>
          </p:nvPr>
        </p:nvSpPr>
        <p:spPr>
          <a:xfrm>
            <a:off x="6028920" y="1168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7" name="PlaceHolder 4"/>
          <p:cNvSpPr>
            <a:spLocks noGrp="1"/>
          </p:cNvSpPr>
          <p:nvPr>
            <p:ph/>
          </p:nvPr>
        </p:nvSpPr>
        <p:spPr>
          <a:xfrm>
            <a:off x="6028920" y="3441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7DD3BEDC-E07E-43F5-BD55-385F39071C6F}" type="slidenum">
              <a:rPr/>
              <a:p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2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PlaceHolder 1"/>
          <p:cNvSpPr>
            <a:spLocks noGrp="1"/>
          </p:cNvSpPr>
          <p:nvPr>
            <p:ph type="title"/>
          </p:nvPr>
        </p:nvSpPr>
        <p:spPr>
          <a:xfrm>
            <a:off x="0" y="-1573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9" name="PlaceHolder 2"/>
          <p:cNvSpPr>
            <a:spLocks noGrp="1"/>
          </p:cNvSpPr>
          <p:nvPr>
            <p:ph/>
          </p:nvPr>
        </p:nvSpPr>
        <p:spPr>
          <a:xfrm>
            <a:off x="640800" y="1168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0" name="PlaceHolder 3"/>
          <p:cNvSpPr>
            <a:spLocks noGrp="1"/>
          </p:cNvSpPr>
          <p:nvPr>
            <p:ph/>
          </p:nvPr>
        </p:nvSpPr>
        <p:spPr>
          <a:xfrm>
            <a:off x="6028920" y="1168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1" name="PlaceHolder 4"/>
          <p:cNvSpPr>
            <a:spLocks noGrp="1"/>
          </p:cNvSpPr>
          <p:nvPr>
            <p:ph/>
          </p:nvPr>
        </p:nvSpPr>
        <p:spPr>
          <a:xfrm>
            <a:off x="640800" y="3441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B85EC50E-CCE0-4EAA-8DD1-4906C522790F}" type="slidenum">
              <a:rPr/>
              <a:p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2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PlaceHolder 1"/>
          <p:cNvSpPr>
            <a:spLocks noGrp="1"/>
          </p:cNvSpPr>
          <p:nvPr>
            <p:ph type="title"/>
          </p:nvPr>
        </p:nvSpPr>
        <p:spPr>
          <a:xfrm>
            <a:off x="0" y="-1573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3" name="PlaceHolder 2"/>
          <p:cNvSpPr>
            <a:spLocks noGrp="1"/>
          </p:cNvSpPr>
          <p:nvPr>
            <p:ph/>
          </p:nvPr>
        </p:nvSpPr>
        <p:spPr>
          <a:xfrm>
            <a:off x="640800" y="116856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4" name="PlaceHolder 3"/>
          <p:cNvSpPr>
            <a:spLocks noGrp="1"/>
          </p:cNvSpPr>
          <p:nvPr>
            <p:ph/>
          </p:nvPr>
        </p:nvSpPr>
        <p:spPr>
          <a:xfrm>
            <a:off x="640800" y="3441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102C1ADA-BC5F-498C-80F4-CF789730CDCC}" type="slidenum">
              <a:rPr/>
              <a:p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2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PlaceHolder 1"/>
          <p:cNvSpPr>
            <a:spLocks noGrp="1"/>
          </p:cNvSpPr>
          <p:nvPr>
            <p:ph type="title"/>
          </p:nvPr>
        </p:nvSpPr>
        <p:spPr>
          <a:xfrm>
            <a:off x="0" y="-1573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6" name="PlaceHolder 2"/>
          <p:cNvSpPr>
            <a:spLocks noGrp="1"/>
          </p:cNvSpPr>
          <p:nvPr>
            <p:ph/>
          </p:nvPr>
        </p:nvSpPr>
        <p:spPr>
          <a:xfrm>
            <a:off x="640800" y="1168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7" name="PlaceHolder 3"/>
          <p:cNvSpPr>
            <a:spLocks noGrp="1"/>
          </p:cNvSpPr>
          <p:nvPr>
            <p:ph/>
          </p:nvPr>
        </p:nvSpPr>
        <p:spPr>
          <a:xfrm>
            <a:off x="6028920" y="1168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8" name="PlaceHolder 4"/>
          <p:cNvSpPr>
            <a:spLocks noGrp="1"/>
          </p:cNvSpPr>
          <p:nvPr>
            <p:ph/>
          </p:nvPr>
        </p:nvSpPr>
        <p:spPr>
          <a:xfrm>
            <a:off x="640800" y="3441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9" name="PlaceHolder 5"/>
          <p:cNvSpPr>
            <a:spLocks noGrp="1"/>
          </p:cNvSpPr>
          <p:nvPr>
            <p:ph/>
          </p:nvPr>
        </p:nvSpPr>
        <p:spPr>
          <a:xfrm>
            <a:off x="6028920" y="3441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BD05D6D4-7B10-4936-9DBB-9EC1B630758C}" type="slidenum">
              <a:rPr/>
              <a:pPr/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2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PlaceHolder 1"/>
          <p:cNvSpPr>
            <a:spLocks noGrp="1"/>
          </p:cNvSpPr>
          <p:nvPr>
            <p:ph type="title"/>
          </p:nvPr>
        </p:nvSpPr>
        <p:spPr>
          <a:xfrm>
            <a:off x="0" y="-1573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31" name="PlaceHolder 2"/>
          <p:cNvSpPr>
            <a:spLocks noGrp="1"/>
          </p:cNvSpPr>
          <p:nvPr>
            <p:ph/>
          </p:nvPr>
        </p:nvSpPr>
        <p:spPr>
          <a:xfrm>
            <a:off x="640800" y="1168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32" name="PlaceHolder 3"/>
          <p:cNvSpPr>
            <a:spLocks noGrp="1"/>
          </p:cNvSpPr>
          <p:nvPr>
            <p:ph/>
          </p:nvPr>
        </p:nvSpPr>
        <p:spPr>
          <a:xfrm>
            <a:off x="4196160" y="1168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33" name="PlaceHolder 4"/>
          <p:cNvSpPr>
            <a:spLocks noGrp="1"/>
          </p:cNvSpPr>
          <p:nvPr>
            <p:ph/>
          </p:nvPr>
        </p:nvSpPr>
        <p:spPr>
          <a:xfrm>
            <a:off x="7751880" y="1168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34" name="PlaceHolder 5"/>
          <p:cNvSpPr>
            <a:spLocks noGrp="1"/>
          </p:cNvSpPr>
          <p:nvPr>
            <p:ph/>
          </p:nvPr>
        </p:nvSpPr>
        <p:spPr>
          <a:xfrm>
            <a:off x="640800" y="3441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35" name="PlaceHolder 6"/>
          <p:cNvSpPr>
            <a:spLocks noGrp="1"/>
          </p:cNvSpPr>
          <p:nvPr>
            <p:ph/>
          </p:nvPr>
        </p:nvSpPr>
        <p:spPr>
          <a:xfrm>
            <a:off x="4196160" y="3441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36" name="PlaceHolder 7"/>
          <p:cNvSpPr>
            <a:spLocks noGrp="1"/>
          </p:cNvSpPr>
          <p:nvPr>
            <p:ph/>
          </p:nvPr>
        </p:nvSpPr>
        <p:spPr>
          <a:xfrm>
            <a:off x="7751880" y="3441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30F2BD17-18F7-48C5-9A94-E3FFE4BD79E1}" type="slidenum">
              <a:rPr/>
              <a:pPr/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2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7AB57CF1-A9E6-4AAA-92C2-16C4A8F7A5C0}" type="slidenum">
              <a:rPr/>
              <a:p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/>
          </p:cNvSpPr>
          <p:nvPr>
            <p:ph type="title"/>
          </p:nvPr>
        </p:nvSpPr>
        <p:spPr>
          <a:xfrm>
            <a:off x="0" y="-1573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45" name="PlaceHolder 2"/>
          <p:cNvSpPr>
            <a:spLocks noGrp="1"/>
          </p:cNvSpPr>
          <p:nvPr>
            <p:ph type="subTitle"/>
          </p:nvPr>
        </p:nvSpPr>
        <p:spPr>
          <a:xfrm>
            <a:off x="640800" y="1168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6A514D1C-CD5E-48CD-9972-90C7BD78ACBB}" type="slidenum">
              <a:rPr/>
              <a:p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PlaceHolder 1"/>
          <p:cNvSpPr>
            <a:spLocks noGrp="1"/>
          </p:cNvSpPr>
          <p:nvPr>
            <p:ph type="title"/>
          </p:nvPr>
        </p:nvSpPr>
        <p:spPr>
          <a:xfrm>
            <a:off x="0" y="-1573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47" name="PlaceHolder 2"/>
          <p:cNvSpPr>
            <a:spLocks noGrp="1"/>
          </p:cNvSpPr>
          <p:nvPr>
            <p:ph/>
          </p:nvPr>
        </p:nvSpPr>
        <p:spPr>
          <a:xfrm>
            <a:off x="640800" y="1168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6AD9B8A4-848B-49B9-84DE-BE81BC44E3CE}" type="slidenum">
              <a:rPr/>
              <a:p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PlaceHolder 1"/>
          <p:cNvSpPr>
            <a:spLocks noGrp="1"/>
          </p:cNvSpPr>
          <p:nvPr>
            <p:ph type="title"/>
          </p:nvPr>
        </p:nvSpPr>
        <p:spPr>
          <a:xfrm>
            <a:off x="0" y="-1573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49" name="PlaceHolder 2"/>
          <p:cNvSpPr>
            <a:spLocks noGrp="1"/>
          </p:cNvSpPr>
          <p:nvPr>
            <p:ph/>
          </p:nvPr>
        </p:nvSpPr>
        <p:spPr>
          <a:xfrm>
            <a:off x="640800" y="1168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0" name="PlaceHolder 3"/>
          <p:cNvSpPr>
            <a:spLocks noGrp="1"/>
          </p:cNvSpPr>
          <p:nvPr>
            <p:ph/>
          </p:nvPr>
        </p:nvSpPr>
        <p:spPr>
          <a:xfrm>
            <a:off x="6028920" y="1168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0A3DCC6D-3B1D-48CA-8437-B12C04B802BF}" type="slidenum">
              <a:rPr/>
              <a:p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PlaceHolder 1"/>
          <p:cNvSpPr>
            <a:spLocks noGrp="1"/>
          </p:cNvSpPr>
          <p:nvPr>
            <p:ph type="title"/>
          </p:nvPr>
        </p:nvSpPr>
        <p:spPr>
          <a:xfrm>
            <a:off x="0" y="-1573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EDA140A5-458E-4B95-BA6F-1ACDBE6A8E88}" type="slidenum">
              <a:rPr/>
              <a:p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PlaceHolder 1"/>
          <p:cNvSpPr>
            <a:spLocks noGrp="1"/>
          </p:cNvSpPr>
          <p:nvPr>
            <p:ph type="subTitle"/>
          </p:nvPr>
        </p:nvSpPr>
        <p:spPr>
          <a:xfrm>
            <a:off x="0" y="-157320"/>
            <a:ext cx="10515240" cy="614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661281E3-5222-48DD-814A-5297AE65210E}" type="slidenum">
              <a:rPr/>
              <a:p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/>
          </p:cNvSpPr>
          <p:nvPr>
            <p:ph type="title"/>
          </p:nvPr>
        </p:nvSpPr>
        <p:spPr>
          <a:xfrm>
            <a:off x="0" y="-1573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4" name="PlaceHolder 2"/>
          <p:cNvSpPr>
            <a:spLocks noGrp="1"/>
          </p:cNvSpPr>
          <p:nvPr>
            <p:ph/>
          </p:nvPr>
        </p:nvSpPr>
        <p:spPr>
          <a:xfrm>
            <a:off x="640800" y="1168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5" name="PlaceHolder 3"/>
          <p:cNvSpPr>
            <a:spLocks noGrp="1"/>
          </p:cNvSpPr>
          <p:nvPr>
            <p:ph/>
          </p:nvPr>
        </p:nvSpPr>
        <p:spPr>
          <a:xfrm>
            <a:off x="6028920" y="1168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6" name="PlaceHolder 4"/>
          <p:cNvSpPr>
            <a:spLocks noGrp="1"/>
          </p:cNvSpPr>
          <p:nvPr>
            <p:ph/>
          </p:nvPr>
        </p:nvSpPr>
        <p:spPr>
          <a:xfrm>
            <a:off x="640800" y="3441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7E67614F-C170-4FBC-8070-5E9AC5823559}" type="slidenum">
              <a:rPr/>
              <a:p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PlaceHolder 1"/>
          <p:cNvSpPr>
            <a:spLocks noGrp="1"/>
          </p:cNvSpPr>
          <p:nvPr>
            <p:ph type="title"/>
          </p:nvPr>
        </p:nvSpPr>
        <p:spPr>
          <a:xfrm>
            <a:off x="0" y="-1573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8" name="PlaceHolder 2"/>
          <p:cNvSpPr>
            <a:spLocks noGrp="1"/>
          </p:cNvSpPr>
          <p:nvPr>
            <p:ph/>
          </p:nvPr>
        </p:nvSpPr>
        <p:spPr>
          <a:xfrm>
            <a:off x="640800" y="1168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9" name="PlaceHolder 3"/>
          <p:cNvSpPr>
            <a:spLocks noGrp="1"/>
          </p:cNvSpPr>
          <p:nvPr>
            <p:ph/>
          </p:nvPr>
        </p:nvSpPr>
        <p:spPr>
          <a:xfrm>
            <a:off x="6028920" y="1168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0" name="PlaceHolder 4"/>
          <p:cNvSpPr>
            <a:spLocks noGrp="1"/>
          </p:cNvSpPr>
          <p:nvPr>
            <p:ph/>
          </p:nvPr>
        </p:nvSpPr>
        <p:spPr>
          <a:xfrm>
            <a:off x="6028920" y="3441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A15AE86F-0C2E-45D1-9504-C3E070CAB049}" type="slidenum">
              <a:rPr/>
              <a:p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PlaceHolder 1"/>
          <p:cNvSpPr>
            <a:spLocks noGrp="1"/>
          </p:cNvSpPr>
          <p:nvPr>
            <p:ph type="title"/>
          </p:nvPr>
        </p:nvSpPr>
        <p:spPr>
          <a:xfrm>
            <a:off x="0" y="-1573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2" name="PlaceHolder 2"/>
          <p:cNvSpPr>
            <a:spLocks noGrp="1"/>
          </p:cNvSpPr>
          <p:nvPr>
            <p:ph/>
          </p:nvPr>
        </p:nvSpPr>
        <p:spPr>
          <a:xfrm>
            <a:off x="640800" y="1168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3" name="PlaceHolder 3"/>
          <p:cNvSpPr>
            <a:spLocks noGrp="1"/>
          </p:cNvSpPr>
          <p:nvPr>
            <p:ph/>
          </p:nvPr>
        </p:nvSpPr>
        <p:spPr>
          <a:xfrm>
            <a:off x="6028920" y="1168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4" name="PlaceHolder 4"/>
          <p:cNvSpPr>
            <a:spLocks noGrp="1"/>
          </p:cNvSpPr>
          <p:nvPr>
            <p:ph/>
          </p:nvPr>
        </p:nvSpPr>
        <p:spPr>
          <a:xfrm>
            <a:off x="640800" y="3441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4E1BF7E1-1EB1-42A7-88DD-566B639BD50E}" type="slidenum">
              <a:rPr/>
              <a:p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PlaceHolder 1"/>
          <p:cNvSpPr>
            <a:spLocks noGrp="1"/>
          </p:cNvSpPr>
          <p:nvPr>
            <p:ph type="title"/>
          </p:nvPr>
        </p:nvSpPr>
        <p:spPr>
          <a:xfrm>
            <a:off x="0" y="-1573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6" name="PlaceHolder 2"/>
          <p:cNvSpPr>
            <a:spLocks noGrp="1"/>
          </p:cNvSpPr>
          <p:nvPr>
            <p:ph/>
          </p:nvPr>
        </p:nvSpPr>
        <p:spPr>
          <a:xfrm>
            <a:off x="640800" y="116856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7" name="PlaceHolder 3"/>
          <p:cNvSpPr>
            <a:spLocks noGrp="1"/>
          </p:cNvSpPr>
          <p:nvPr>
            <p:ph/>
          </p:nvPr>
        </p:nvSpPr>
        <p:spPr>
          <a:xfrm>
            <a:off x="640800" y="3441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FD0CC3F8-566B-4C6B-8EF8-0D14E660BCE3}" type="slidenum">
              <a:rPr/>
              <a:p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PlaceHolder 1"/>
          <p:cNvSpPr>
            <a:spLocks noGrp="1"/>
          </p:cNvSpPr>
          <p:nvPr>
            <p:ph type="title"/>
          </p:nvPr>
        </p:nvSpPr>
        <p:spPr>
          <a:xfrm>
            <a:off x="0" y="-1573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9" name="PlaceHolder 2"/>
          <p:cNvSpPr>
            <a:spLocks noGrp="1"/>
          </p:cNvSpPr>
          <p:nvPr>
            <p:ph/>
          </p:nvPr>
        </p:nvSpPr>
        <p:spPr>
          <a:xfrm>
            <a:off x="640800" y="1168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0" name="PlaceHolder 3"/>
          <p:cNvSpPr>
            <a:spLocks noGrp="1"/>
          </p:cNvSpPr>
          <p:nvPr>
            <p:ph/>
          </p:nvPr>
        </p:nvSpPr>
        <p:spPr>
          <a:xfrm>
            <a:off x="6028920" y="1168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1" name="PlaceHolder 4"/>
          <p:cNvSpPr>
            <a:spLocks noGrp="1"/>
          </p:cNvSpPr>
          <p:nvPr>
            <p:ph/>
          </p:nvPr>
        </p:nvSpPr>
        <p:spPr>
          <a:xfrm>
            <a:off x="640800" y="3441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2" name="PlaceHolder 5"/>
          <p:cNvSpPr>
            <a:spLocks noGrp="1"/>
          </p:cNvSpPr>
          <p:nvPr>
            <p:ph/>
          </p:nvPr>
        </p:nvSpPr>
        <p:spPr>
          <a:xfrm>
            <a:off x="6028920" y="3441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23752F21-607A-493D-A00D-BC34E51DB72E}" type="slidenum">
              <a:rPr/>
              <a:pPr/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PlaceHolder 1"/>
          <p:cNvSpPr>
            <a:spLocks noGrp="1"/>
          </p:cNvSpPr>
          <p:nvPr>
            <p:ph type="title"/>
          </p:nvPr>
        </p:nvSpPr>
        <p:spPr>
          <a:xfrm>
            <a:off x="0" y="-1573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4" name="PlaceHolder 2"/>
          <p:cNvSpPr>
            <a:spLocks noGrp="1"/>
          </p:cNvSpPr>
          <p:nvPr>
            <p:ph/>
          </p:nvPr>
        </p:nvSpPr>
        <p:spPr>
          <a:xfrm>
            <a:off x="640800" y="1168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5" name="PlaceHolder 3"/>
          <p:cNvSpPr>
            <a:spLocks noGrp="1"/>
          </p:cNvSpPr>
          <p:nvPr>
            <p:ph/>
          </p:nvPr>
        </p:nvSpPr>
        <p:spPr>
          <a:xfrm>
            <a:off x="4196160" y="1168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6" name="PlaceHolder 4"/>
          <p:cNvSpPr>
            <a:spLocks noGrp="1"/>
          </p:cNvSpPr>
          <p:nvPr>
            <p:ph/>
          </p:nvPr>
        </p:nvSpPr>
        <p:spPr>
          <a:xfrm>
            <a:off x="7751880" y="1168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7" name="PlaceHolder 5"/>
          <p:cNvSpPr>
            <a:spLocks noGrp="1"/>
          </p:cNvSpPr>
          <p:nvPr>
            <p:ph/>
          </p:nvPr>
        </p:nvSpPr>
        <p:spPr>
          <a:xfrm>
            <a:off x="640800" y="3441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8" name="PlaceHolder 6"/>
          <p:cNvSpPr>
            <a:spLocks noGrp="1"/>
          </p:cNvSpPr>
          <p:nvPr>
            <p:ph/>
          </p:nvPr>
        </p:nvSpPr>
        <p:spPr>
          <a:xfrm>
            <a:off x="4196160" y="3441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9" name="PlaceHolder 7"/>
          <p:cNvSpPr>
            <a:spLocks noGrp="1"/>
          </p:cNvSpPr>
          <p:nvPr>
            <p:ph/>
          </p:nvPr>
        </p:nvSpPr>
        <p:spPr>
          <a:xfrm>
            <a:off x="7751880" y="3441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5534FB30-22B8-48E8-A467-59C7314C85EA}" type="slidenum">
              <a:rPr/>
              <a:pPr/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lstStyle/>
          <a:p>
            <a:fld id="{D29DD549-9D87-4AFC-BCA4-82B2897E043F}" type="slidenum">
              <a:rPr/>
              <a:p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PlaceHolder 1"/>
          <p:cNvSpPr>
            <a:spLocks noGrp="1"/>
          </p:cNvSpPr>
          <p:nvPr>
            <p:ph type="title"/>
          </p:nvPr>
        </p:nvSpPr>
        <p:spPr>
          <a:xfrm>
            <a:off x="0" y="-1573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8" name="PlaceHolder 2"/>
          <p:cNvSpPr>
            <a:spLocks noGrp="1"/>
          </p:cNvSpPr>
          <p:nvPr>
            <p:ph type="subTitle"/>
          </p:nvPr>
        </p:nvSpPr>
        <p:spPr>
          <a:xfrm>
            <a:off x="640800" y="1168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0"/>
          </p:nvPr>
        </p:nvSpPr>
        <p:spPr/>
        <p:txBody>
          <a:bodyPr/>
          <a:lstStyle/>
          <a:p>
            <a:fld id="{40936EB9-237A-44C3-974F-D83695ED19BD}" type="slidenum">
              <a:rPr/>
              <a:p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2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PlaceHolder 1"/>
          <p:cNvSpPr>
            <a:spLocks noGrp="1"/>
          </p:cNvSpPr>
          <p:nvPr>
            <p:ph type="title"/>
          </p:nvPr>
        </p:nvSpPr>
        <p:spPr>
          <a:xfrm>
            <a:off x="0" y="-1573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0" name="PlaceHolder 2"/>
          <p:cNvSpPr>
            <a:spLocks noGrp="1"/>
          </p:cNvSpPr>
          <p:nvPr>
            <p:ph/>
          </p:nvPr>
        </p:nvSpPr>
        <p:spPr>
          <a:xfrm>
            <a:off x="640800" y="1168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0"/>
          </p:nvPr>
        </p:nvSpPr>
        <p:spPr/>
        <p:txBody>
          <a:bodyPr/>
          <a:lstStyle/>
          <a:p>
            <a:fld id="{968001B6-D9BC-474D-9ED0-A0B2F06DC68D}" type="slidenum">
              <a:rPr/>
              <a:p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2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PlaceHolder 1"/>
          <p:cNvSpPr>
            <a:spLocks noGrp="1"/>
          </p:cNvSpPr>
          <p:nvPr>
            <p:ph type="title"/>
          </p:nvPr>
        </p:nvSpPr>
        <p:spPr>
          <a:xfrm>
            <a:off x="0" y="-1573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2" name="PlaceHolder 2"/>
          <p:cNvSpPr>
            <a:spLocks noGrp="1"/>
          </p:cNvSpPr>
          <p:nvPr>
            <p:ph/>
          </p:nvPr>
        </p:nvSpPr>
        <p:spPr>
          <a:xfrm>
            <a:off x="640800" y="1168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3" name="PlaceHolder 3"/>
          <p:cNvSpPr>
            <a:spLocks noGrp="1"/>
          </p:cNvSpPr>
          <p:nvPr>
            <p:ph/>
          </p:nvPr>
        </p:nvSpPr>
        <p:spPr>
          <a:xfrm>
            <a:off x="6028920" y="1168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0"/>
          </p:nvPr>
        </p:nvSpPr>
        <p:spPr/>
        <p:txBody>
          <a:bodyPr/>
          <a:lstStyle/>
          <a:p>
            <a:fld id="{ADB52359-55B7-48E4-B5CC-36597DC913C9}" type="slidenum">
              <a:rPr/>
              <a:p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2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PlaceHolder 1"/>
          <p:cNvSpPr>
            <a:spLocks noGrp="1"/>
          </p:cNvSpPr>
          <p:nvPr>
            <p:ph type="title"/>
          </p:nvPr>
        </p:nvSpPr>
        <p:spPr>
          <a:xfrm>
            <a:off x="0" y="-1573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0"/>
          </p:nvPr>
        </p:nvSpPr>
        <p:spPr/>
        <p:txBody>
          <a:bodyPr/>
          <a:lstStyle/>
          <a:p>
            <a:fld id="{4B8B54DB-4DED-4A59-9AC1-1875B530F468}" type="slidenum">
              <a:rPr/>
              <a:p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2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PlaceHolder 1"/>
          <p:cNvSpPr>
            <a:spLocks noGrp="1"/>
          </p:cNvSpPr>
          <p:nvPr>
            <p:ph type="subTitle"/>
          </p:nvPr>
        </p:nvSpPr>
        <p:spPr>
          <a:xfrm>
            <a:off x="0" y="-157320"/>
            <a:ext cx="10515240" cy="614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CA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0"/>
          </p:nvPr>
        </p:nvSpPr>
        <p:spPr/>
        <p:txBody>
          <a:bodyPr/>
          <a:lstStyle/>
          <a:p>
            <a:fld id="{57FD2F52-17EB-41BF-A78B-ACDA090AFCD6}" type="slidenum">
              <a:rPr/>
              <a:p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2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PlaceHolder 1"/>
          <p:cNvSpPr>
            <a:spLocks noGrp="1"/>
          </p:cNvSpPr>
          <p:nvPr>
            <p:ph type="title"/>
          </p:nvPr>
        </p:nvSpPr>
        <p:spPr>
          <a:xfrm>
            <a:off x="0" y="-1573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7" name="PlaceHolder 2"/>
          <p:cNvSpPr>
            <a:spLocks noGrp="1"/>
          </p:cNvSpPr>
          <p:nvPr>
            <p:ph/>
          </p:nvPr>
        </p:nvSpPr>
        <p:spPr>
          <a:xfrm>
            <a:off x="640800" y="1168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8" name="PlaceHolder 3"/>
          <p:cNvSpPr>
            <a:spLocks noGrp="1"/>
          </p:cNvSpPr>
          <p:nvPr>
            <p:ph/>
          </p:nvPr>
        </p:nvSpPr>
        <p:spPr>
          <a:xfrm>
            <a:off x="6028920" y="1168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9" name="PlaceHolder 4"/>
          <p:cNvSpPr>
            <a:spLocks noGrp="1"/>
          </p:cNvSpPr>
          <p:nvPr>
            <p:ph/>
          </p:nvPr>
        </p:nvSpPr>
        <p:spPr>
          <a:xfrm>
            <a:off x="640800" y="3441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0"/>
          </p:nvPr>
        </p:nvSpPr>
        <p:spPr/>
        <p:txBody>
          <a:bodyPr/>
          <a:lstStyle/>
          <a:p>
            <a:fld id="{ED097D41-19E9-484A-9468-FB5BFDA19E04}" type="slidenum">
              <a:rPr/>
              <a:p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2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PlaceHolder 1"/>
          <p:cNvSpPr>
            <a:spLocks noGrp="1"/>
          </p:cNvSpPr>
          <p:nvPr>
            <p:ph type="title"/>
          </p:nvPr>
        </p:nvSpPr>
        <p:spPr>
          <a:xfrm>
            <a:off x="0" y="-1573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1" name="PlaceHolder 2"/>
          <p:cNvSpPr>
            <a:spLocks noGrp="1"/>
          </p:cNvSpPr>
          <p:nvPr>
            <p:ph/>
          </p:nvPr>
        </p:nvSpPr>
        <p:spPr>
          <a:xfrm>
            <a:off x="640800" y="1168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2" name="PlaceHolder 3"/>
          <p:cNvSpPr>
            <a:spLocks noGrp="1"/>
          </p:cNvSpPr>
          <p:nvPr>
            <p:ph/>
          </p:nvPr>
        </p:nvSpPr>
        <p:spPr>
          <a:xfrm>
            <a:off x="6028920" y="1168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3" name="PlaceHolder 4"/>
          <p:cNvSpPr>
            <a:spLocks noGrp="1"/>
          </p:cNvSpPr>
          <p:nvPr>
            <p:ph/>
          </p:nvPr>
        </p:nvSpPr>
        <p:spPr>
          <a:xfrm>
            <a:off x="6028920" y="3441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0"/>
          </p:nvPr>
        </p:nvSpPr>
        <p:spPr/>
        <p:txBody>
          <a:bodyPr/>
          <a:lstStyle/>
          <a:p>
            <a:fld id="{C05AAC11-4812-4E6A-A972-F189066A56EB}" type="slidenum">
              <a:rPr/>
              <a:p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2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PlaceHolder 1"/>
          <p:cNvSpPr>
            <a:spLocks noGrp="1"/>
          </p:cNvSpPr>
          <p:nvPr>
            <p:ph type="title"/>
          </p:nvPr>
        </p:nvSpPr>
        <p:spPr>
          <a:xfrm>
            <a:off x="0" y="-1573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5" name="PlaceHolder 2"/>
          <p:cNvSpPr>
            <a:spLocks noGrp="1"/>
          </p:cNvSpPr>
          <p:nvPr>
            <p:ph/>
          </p:nvPr>
        </p:nvSpPr>
        <p:spPr>
          <a:xfrm>
            <a:off x="640800" y="1168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6" name="PlaceHolder 3"/>
          <p:cNvSpPr>
            <a:spLocks noGrp="1"/>
          </p:cNvSpPr>
          <p:nvPr>
            <p:ph/>
          </p:nvPr>
        </p:nvSpPr>
        <p:spPr>
          <a:xfrm>
            <a:off x="6028920" y="1168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7" name="PlaceHolder 4"/>
          <p:cNvSpPr>
            <a:spLocks noGrp="1"/>
          </p:cNvSpPr>
          <p:nvPr>
            <p:ph/>
          </p:nvPr>
        </p:nvSpPr>
        <p:spPr>
          <a:xfrm>
            <a:off x="640800" y="3441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0"/>
          </p:nvPr>
        </p:nvSpPr>
        <p:spPr/>
        <p:txBody>
          <a:bodyPr/>
          <a:lstStyle/>
          <a:p>
            <a:fld id="{5D6655BD-8DFB-4D6C-B2FF-4C86BF22D37C}" type="slidenum">
              <a:rPr/>
              <a:p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2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PlaceHolder 1"/>
          <p:cNvSpPr>
            <a:spLocks noGrp="1"/>
          </p:cNvSpPr>
          <p:nvPr>
            <p:ph type="title"/>
          </p:nvPr>
        </p:nvSpPr>
        <p:spPr>
          <a:xfrm>
            <a:off x="0" y="-1573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9" name="PlaceHolder 2"/>
          <p:cNvSpPr>
            <a:spLocks noGrp="1"/>
          </p:cNvSpPr>
          <p:nvPr>
            <p:ph/>
          </p:nvPr>
        </p:nvSpPr>
        <p:spPr>
          <a:xfrm>
            <a:off x="640800" y="116856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0" name="PlaceHolder 3"/>
          <p:cNvSpPr>
            <a:spLocks noGrp="1"/>
          </p:cNvSpPr>
          <p:nvPr>
            <p:ph/>
          </p:nvPr>
        </p:nvSpPr>
        <p:spPr>
          <a:xfrm>
            <a:off x="640800" y="3441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0"/>
          </p:nvPr>
        </p:nvSpPr>
        <p:spPr/>
        <p:txBody>
          <a:bodyPr/>
          <a:lstStyle/>
          <a:p>
            <a:fld id="{9236852F-7DAA-4FBC-95F2-DD98204AB287}" type="slidenum">
              <a:rPr/>
              <a:p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2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PlaceHolder 1"/>
          <p:cNvSpPr>
            <a:spLocks noGrp="1"/>
          </p:cNvSpPr>
          <p:nvPr>
            <p:ph type="title"/>
          </p:nvPr>
        </p:nvSpPr>
        <p:spPr>
          <a:xfrm>
            <a:off x="0" y="-1573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2" name="PlaceHolder 2"/>
          <p:cNvSpPr>
            <a:spLocks noGrp="1"/>
          </p:cNvSpPr>
          <p:nvPr>
            <p:ph/>
          </p:nvPr>
        </p:nvSpPr>
        <p:spPr>
          <a:xfrm>
            <a:off x="640800" y="1168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3" name="PlaceHolder 3"/>
          <p:cNvSpPr>
            <a:spLocks noGrp="1"/>
          </p:cNvSpPr>
          <p:nvPr>
            <p:ph/>
          </p:nvPr>
        </p:nvSpPr>
        <p:spPr>
          <a:xfrm>
            <a:off x="6028920" y="1168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4" name="PlaceHolder 4"/>
          <p:cNvSpPr>
            <a:spLocks noGrp="1"/>
          </p:cNvSpPr>
          <p:nvPr>
            <p:ph/>
          </p:nvPr>
        </p:nvSpPr>
        <p:spPr>
          <a:xfrm>
            <a:off x="640800" y="3441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5" name="PlaceHolder 5"/>
          <p:cNvSpPr>
            <a:spLocks noGrp="1"/>
          </p:cNvSpPr>
          <p:nvPr>
            <p:ph/>
          </p:nvPr>
        </p:nvSpPr>
        <p:spPr>
          <a:xfrm>
            <a:off x="6028920" y="3441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0"/>
          </p:nvPr>
        </p:nvSpPr>
        <p:spPr/>
        <p:txBody>
          <a:bodyPr/>
          <a:lstStyle/>
          <a:p>
            <a:fld id="{439D07F8-A854-4D02-BE6A-AFB8F55730A1}" type="slidenum">
              <a:rPr/>
              <a:pPr/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2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PlaceHolder 1"/>
          <p:cNvSpPr>
            <a:spLocks noGrp="1"/>
          </p:cNvSpPr>
          <p:nvPr>
            <p:ph type="title"/>
          </p:nvPr>
        </p:nvSpPr>
        <p:spPr>
          <a:xfrm>
            <a:off x="0" y="-1573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7" name="PlaceHolder 2"/>
          <p:cNvSpPr>
            <a:spLocks noGrp="1"/>
          </p:cNvSpPr>
          <p:nvPr>
            <p:ph/>
          </p:nvPr>
        </p:nvSpPr>
        <p:spPr>
          <a:xfrm>
            <a:off x="640800" y="1168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8" name="PlaceHolder 3"/>
          <p:cNvSpPr>
            <a:spLocks noGrp="1"/>
          </p:cNvSpPr>
          <p:nvPr>
            <p:ph/>
          </p:nvPr>
        </p:nvSpPr>
        <p:spPr>
          <a:xfrm>
            <a:off x="4196160" y="1168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9" name="PlaceHolder 4"/>
          <p:cNvSpPr>
            <a:spLocks noGrp="1"/>
          </p:cNvSpPr>
          <p:nvPr>
            <p:ph/>
          </p:nvPr>
        </p:nvSpPr>
        <p:spPr>
          <a:xfrm>
            <a:off x="7751880" y="1168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0" name="PlaceHolder 5"/>
          <p:cNvSpPr>
            <a:spLocks noGrp="1"/>
          </p:cNvSpPr>
          <p:nvPr>
            <p:ph/>
          </p:nvPr>
        </p:nvSpPr>
        <p:spPr>
          <a:xfrm>
            <a:off x="640800" y="3441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1" name="PlaceHolder 6"/>
          <p:cNvSpPr>
            <a:spLocks noGrp="1"/>
          </p:cNvSpPr>
          <p:nvPr>
            <p:ph/>
          </p:nvPr>
        </p:nvSpPr>
        <p:spPr>
          <a:xfrm>
            <a:off x="4196160" y="3441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2" name="PlaceHolder 7"/>
          <p:cNvSpPr>
            <a:spLocks noGrp="1"/>
          </p:cNvSpPr>
          <p:nvPr>
            <p:ph/>
          </p:nvPr>
        </p:nvSpPr>
        <p:spPr>
          <a:xfrm>
            <a:off x="7751880" y="3441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0"/>
          </p:nvPr>
        </p:nvSpPr>
        <p:spPr/>
        <p:txBody>
          <a:bodyPr/>
          <a:lstStyle/>
          <a:p>
            <a:fld id="{5418F673-B081-47B4-9E6C-F6AAB4F9730D}" type="slidenum">
              <a:rPr/>
              <a:pPr/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2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image" Target="../media/image2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image" Target="../media/image2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60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Relationship Id="rId14" Type="http://schemas.openxmlformats.org/officeDocument/2006/relationships/image" Target="../media/image2.pn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8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7.xml"/><Relationship Id="rId12" Type="http://schemas.openxmlformats.org/officeDocument/2006/relationships/slideLayout" Target="../slideLayouts/slideLayout72.xml"/><Relationship Id="rId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6.xml"/><Relationship Id="rId11" Type="http://schemas.openxmlformats.org/officeDocument/2006/relationships/slideLayout" Target="../slideLayouts/slideLayout71.xml"/><Relationship Id="rId5" Type="http://schemas.openxmlformats.org/officeDocument/2006/relationships/slideLayout" Target="../slideLayouts/slideLayout6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70.xml"/><Relationship Id="rId4" Type="http://schemas.openxmlformats.org/officeDocument/2006/relationships/slideLayout" Target="../slideLayouts/slideLayout64.xml"/><Relationship Id="rId9" Type="http://schemas.openxmlformats.org/officeDocument/2006/relationships/slideLayout" Target="../slideLayouts/slideLayout69.xml"/><Relationship Id="rId14" Type="http://schemas.openxmlformats.org/officeDocument/2006/relationships/image" Target="../media/image2.png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0.xml"/><Relationship Id="rId13" Type="http://schemas.openxmlformats.org/officeDocument/2006/relationships/theme" Target="../theme/theme7.xml"/><Relationship Id="rId3" Type="http://schemas.openxmlformats.org/officeDocument/2006/relationships/slideLayout" Target="../slideLayouts/slideLayout75.xml"/><Relationship Id="rId7" Type="http://schemas.openxmlformats.org/officeDocument/2006/relationships/slideLayout" Target="../slideLayouts/slideLayout79.xml"/><Relationship Id="rId12" Type="http://schemas.openxmlformats.org/officeDocument/2006/relationships/slideLayout" Target="../slideLayouts/slideLayout84.xml"/><Relationship Id="rId2" Type="http://schemas.openxmlformats.org/officeDocument/2006/relationships/slideLayout" Target="../slideLayouts/slideLayout74.xml"/><Relationship Id="rId1" Type="http://schemas.openxmlformats.org/officeDocument/2006/relationships/slideLayout" Target="../slideLayouts/slideLayout73.xml"/><Relationship Id="rId6" Type="http://schemas.openxmlformats.org/officeDocument/2006/relationships/slideLayout" Target="../slideLayouts/slideLayout78.xml"/><Relationship Id="rId11" Type="http://schemas.openxmlformats.org/officeDocument/2006/relationships/slideLayout" Target="../slideLayouts/slideLayout83.xml"/><Relationship Id="rId5" Type="http://schemas.openxmlformats.org/officeDocument/2006/relationships/slideLayout" Target="../slideLayouts/slideLayout77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82.xml"/><Relationship Id="rId4" Type="http://schemas.openxmlformats.org/officeDocument/2006/relationships/slideLayout" Target="../slideLayouts/slideLayout76.xml"/><Relationship Id="rId9" Type="http://schemas.openxmlformats.org/officeDocument/2006/relationships/slideLayout" Target="../slideLayouts/slideLayout81.xml"/><Relationship Id="rId14" Type="http://schemas.openxmlformats.org/officeDocument/2006/relationships/image" Target="../media/image2.png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2.xml"/><Relationship Id="rId13" Type="http://schemas.openxmlformats.org/officeDocument/2006/relationships/theme" Target="../theme/theme8.xml"/><Relationship Id="rId3" Type="http://schemas.openxmlformats.org/officeDocument/2006/relationships/slideLayout" Target="../slideLayouts/slideLayout87.xml"/><Relationship Id="rId7" Type="http://schemas.openxmlformats.org/officeDocument/2006/relationships/slideLayout" Target="../slideLayouts/slideLayout91.xml"/><Relationship Id="rId12" Type="http://schemas.openxmlformats.org/officeDocument/2006/relationships/slideLayout" Target="../slideLayouts/slideLayout96.xml"/><Relationship Id="rId2" Type="http://schemas.openxmlformats.org/officeDocument/2006/relationships/slideLayout" Target="../slideLayouts/slideLayout86.xml"/><Relationship Id="rId1" Type="http://schemas.openxmlformats.org/officeDocument/2006/relationships/slideLayout" Target="../slideLayouts/slideLayout85.xml"/><Relationship Id="rId6" Type="http://schemas.openxmlformats.org/officeDocument/2006/relationships/slideLayout" Target="../slideLayouts/slideLayout90.xml"/><Relationship Id="rId11" Type="http://schemas.openxmlformats.org/officeDocument/2006/relationships/slideLayout" Target="../slideLayouts/slideLayout95.xml"/><Relationship Id="rId5" Type="http://schemas.openxmlformats.org/officeDocument/2006/relationships/slideLayout" Target="../slideLayouts/slideLayout89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94.xml"/><Relationship Id="rId4" Type="http://schemas.openxmlformats.org/officeDocument/2006/relationships/slideLayout" Target="../slideLayouts/slideLayout88.xml"/><Relationship Id="rId9" Type="http://schemas.openxmlformats.org/officeDocument/2006/relationships/slideLayout" Target="../slideLayouts/slideLayout93.xml"/><Relationship Id="rId14" Type="http://schemas.openxmlformats.org/officeDocument/2006/relationships/image" Target="../media/image2.png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4.xml"/><Relationship Id="rId13" Type="http://schemas.openxmlformats.org/officeDocument/2006/relationships/theme" Target="../theme/theme9.xml"/><Relationship Id="rId3" Type="http://schemas.openxmlformats.org/officeDocument/2006/relationships/slideLayout" Target="../slideLayouts/slideLayout99.xml"/><Relationship Id="rId7" Type="http://schemas.openxmlformats.org/officeDocument/2006/relationships/slideLayout" Target="../slideLayouts/slideLayout103.xml"/><Relationship Id="rId12" Type="http://schemas.openxmlformats.org/officeDocument/2006/relationships/slideLayout" Target="../slideLayouts/slideLayout108.xml"/><Relationship Id="rId2" Type="http://schemas.openxmlformats.org/officeDocument/2006/relationships/slideLayout" Target="../slideLayouts/slideLayout98.xml"/><Relationship Id="rId1" Type="http://schemas.openxmlformats.org/officeDocument/2006/relationships/slideLayout" Target="../slideLayouts/slideLayout97.xml"/><Relationship Id="rId6" Type="http://schemas.openxmlformats.org/officeDocument/2006/relationships/slideLayout" Target="../slideLayouts/slideLayout102.xml"/><Relationship Id="rId11" Type="http://schemas.openxmlformats.org/officeDocument/2006/relationships/slideLayout" Target="../slideLayouts/slideLayout107.xml"/><Relationship Id="rId5" Type="http://schemas.openxmlformats.org/officeDocument/2006/relationships/slideLayout" Target="../slideLayouts/slideLayout101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6.xml"/><Relationship Id="rId4" Type="http://schemas.openxmlformats.org/officeDocument/2006/relationships/slideLayout" Target="../slideLayouts/slideLayout100.xml"/><Relationship Id="rId9" Type="http://schemas.openxmlformats.org/officeDocument/2006/relationships/slideLayout" Target="../slideLayouts/slideLayout105.xml"/><Relationship Id="rId14" Type="http://schemas.openxmlformats.org/officeDocument/2006/relationships/image" Target="../media/image2.png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6.xml"/><Relationship Id="rId13" Type="http://schemas.openxmlformats.org/officeDocument/2006/relationships/theme" Target="../theme/theme10.xml"/><Relationship Id="rId3" Type="http://schemas.openxmlformats.org/officeDocument/2006/relationships/slideLayout" Target="../slideLayouts/slideLayout111.xml"/><Relationship Id="rId7" Type="http://schemas.openxmlformats.org/officeDocument/2006/relationships/slideLayout" Target="../slideLayouts/slideLayout115.xml"/><Relationship Id="rId12" Type="http://schemas.openxmlformats.org/officeDocument/2006/relationships/slideLayout" Target="../slideLayouts/slideLayout120.xml"/><Relationship Id="rId2" Type="http://schemas.openxmlformats.org/officeDocument/2006/relationships/slideLayout" Target="../slideLayouts/slideLayout110.xml"/><Relationship Id="rId1" Type="http://schemas.openxmlformats.org/officeDocument/2006/relationships/slideLayout" Target="../slideLayouts/slideLayout109.xml"/><Relationship Id="rId6" Type="http://schemas.openxmlformats.org/officeDocument/2006/relationships/slideLayout" Target="../slideLayouts/slideLayout114.xml"/><Relationship Id="rId11" Type="http://schemas.openxmlformats.org/officeDocument/2006/relationships/slideLayout" Target="../slideLayouts/slideLayout119.xml"/><Relationship Id="rId5" Type="http://schemas.openxmlformats.org/officeDocument/2006/relationships/slideLayout" Target="../slideLayouts/slideLayout113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18.xml"/><Relationship Id="rId4" Type="http://schemas.openxmlformats.org/officeDocument/2006/relationships/slideLayout" Target="../slideLayouts/slideLayout112.xml"/><Relationship Id="rId9" Type="http://schemas.openxmlformats.org/officeDocument/2006/relationships/slideLayout" Target="../slideLayouts/slideLayout117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/>
          <p:cNvPicPr/>
          <p:nvPr/>
        </p:nvPicPr>
        <p:blipFill>
          <a:blip r:embed="rId14" cstate="print"/>
          <a:stretch/>
        </p:blipFill>
        <p:spPr>
          <a:xfrm>
            <a:off x="11158560" y="0"/>
            <a:ext cx="837720" cy="886320"/>
          </a:xfrm>
          <a:prstGeom prst="rect">
            <a:avLst/>
          </a:prstGeom>
          <a:ln w="0">
            <a:noFill/>
          </a:ln>
        </p:spPr>
      </p:pic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6000" b="0" strike="noStrike" spc="-1">
                <a:solidFill>
                  <a:schemeClr val="lt1"/>
                </a:solidFill>
                <a:latin typeface="Calibri Light"/>
              </a:rPr>
              <a:t>Click to edit Master title style</a:t>
            </a:r>
            <a:endParaRPr lang="en-US" sz="6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dt" idx="1"/>
          </p:nvPr>
        </p:nvSpPr>
        <p:spPr>
          <a:xfrm>
            <a:off x="9756000" y="6575400"/>
            <a:ext cx="15973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lt1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lt1"/>
                </a:solidFill>
                <a:latin typeface="Calibri"/>
              </a:rPr>
              <a:t>&lt;date/time&gt;</a:t>
            </a:r>
            <a:endParaRPr lang="en-CA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ftr" idx="2"/>
          </p:nvPr>
        </p:nvSpPr>
        <p:spPr>
          <a:xfrm>
            <a:off x="52560" y="6573960"/>
            <a:ext cx="2985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CA" sz="1200" b="0" strike="noStrike" spc="-1">
                <a:solidFill>
                  <a:schemeClr val="lt1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CA" sz="1200" b="0" strike="noStrike" spc="-1">
                <a:solidFill>
                  <a:schemeClr val="lt1"/>
                </a:solidFill>
                <a:latin typeface="Calibri"/>
              </a:rPr>
              <a:t>&lt;footer&gt;</a:t>
            </a:r>
            <a:endParaRPr lang="en-CA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sldNum" idx="3"/>
          </p:nvPr>
        </p:nvSpPr>
        <p:spPr>
          <a:xfrm>
            <a:off x="11353680" y="6573960"/>
            <a:ext cx="798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CA" sz="1200" b="0" strike="noStrike" spc="-1">
                <a:solidFill>
                  <a:schemeClr val="lt1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4FE3374-955C-4607-AC0B-DD9753994C87}" type="slidenum">
              <a:rPr lang="en-CA" sz="1200" b="0" strike="noStrike" spc="-1">
                <a:solidFill>
                  <a:schemeClr val="lt1"/>
                </a:solidFill>
                <a:latin typeface="Calibri"/>
              </a:rPr>
              <a:pPr indent="0" algn="r" defTabSz="914400">
                <a:lnSpc>
                  <a:spcPct val="100000"/>
                </a:lnSpc>
                <a:buNone/>
              </a:pPr>
              <a:t>‹#›</a:t>
            </a:fld>
            <a:endParaRPr lang="en-CA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6"/>
          <p:cNvPicPr/>
          <p:nvPr/>
        </p:nvPicPr>
        <p:blipFill>
          <a:blip r:embed="rId15" cstate="print"/>
          <a:stretch/>
        </p:blipFill>
        <p:spPr>
          <a:xfrm>
            <a:off x="11158560" y="0"/>
            <a:ext cx="837720" cy="886320"/>
          </a:xfrm>
          <a:prstGeom prst="rect">
            <a:avLst/>
          </a:prstGeom>
          <a:ln w="0">
            <a:noFill/>
          </a:ln>
        </p:spPr>
      </p:pic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0" y="-1555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chemeClr val="lt1"/>
                </a:solidFill>
                <a:latin typeface="Calibri Light"/>
              </a:rPr>
              <a:t>Click to edit Master title style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642960" y="117000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Edit Master text styles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45" name="PlaceHolder 3"/>
          <p:cNvSpPr>
            <a:spLocks noGrp="1"/>
          </p:cNvSpPr>
          <p:nvPr>
            <p:ph type="dt" idx="4"/>
          </p:nvPr>
        </p:nvSpPr>
        <p:spPr>
          <a:xfrm>
            <a:off x="9756000" y="6575400"/>
            <a:ext cx="15973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lt1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lt1"/>
                </a:solidFill>
                <a:latin typeface="Calibri"/>
              </a:rPr>
              <a:t>&lt;date/time&gt;</a:t>
            </a:r>
            <a:endParaRPr lang="en-CA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ftr" idx="5"/>
          </p:nvPr>
        </p:nvSpPr>
        <p:spPr>
          <a:xfrm>
            <a:off x="52560" y="6573960"/>
            <a:ext cx="2985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CA" sz="1200" b="0" strike="noStrike" spc="-1">
                <a:solidFill>
                  <a:schemeClr val="lt1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CA" sz="1200" b="0" strike="noStrike" spc="-1">
                <a:solidFill>
                  <a:schemeClr val="lt1"/>
                </a:solidFill>
                <a:latin typeface="Calibri"/>
              </a:rPr>
              <a:t>&lt;footer&gt;</a:t>
            </a:r>
            <a:endParaRPr lang="en-CA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sldNum" idx="6"/>
          </p:nvPr>
        </p:nvSpPr>
        <p:spPr>
          <a:xfrm>
            <a:off x="11353680" y="6573960"/>
            <a:ext cx="798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CA" sz="1200" b="0" strike="noStrike" spc="-1">
                <a:solidFill>
                  <a:schemeClr val="lt1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09591A1-08B3-4576-9DF0-71DCA7E74A55}" type="slidenum">
              <a:rPr lang="en-CA" sz="1200" b="0" strike="noStrike" spc="-1">
                <a:solidFill>
                  <a:schemeClr val="lt1"/>
                </a:solidFill>
                <a:latin typeface="Calibri"/>
              </a:rPr>
              <a:pPr indent="0" algn="r" defTabSz="914400">
                <a:lnSpc>
                  <a:spcPct val="100000"/>
                </a:lnSpc>
                <a:buNone/>
              </a:pPr>
              <a:t>‹#›</a:t>
            </a:fld>
            <a:endParaRPr lang="en-CA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/>
    <p:bodyStyle/>
    <p:otherStyle/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Picture 6"/>
          <p:cNvPicPr/>
          <p:nvPr/>
        </p:nvPicPr>
        <p:blipFill>
          <a:blip r:embed="rId15" cstate="print"/>
          <a:stretch/>
        </p:blipFill>
        <p:spPr>
          <a:xfrm>
            <a:off x="11158560" y="0"/>
            <a:ext cx="837720" cy="886320"/>
          </a:xfrm>
          <a:prstGeom prst="rect">
            <a:avLst/>
          </a:prstGeom>
          <a:ln w="0">
            <a:noFill/>
          </a:ln>
        </p:spPr>
      </p:pic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0" y="-1573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chemeClr val="lt1"/>
                </a:solidFill>
                <a:latin typeface="Calibri Light"/>
              </a:rPr>
              <a:t>Click to edit Master title style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640800" y="1168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Edit Master text styles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87" name="PlaceHolder 3"/>
          <p:cNvSpPr>
            <a:spLocks noGrp="1"/>
          </p:cNvSpPr>
          <p:nvPr>
            <p:ph type="dt" idx="7"/>
          </p:nvPr>
        </p:nvSpPr>
        <p:spPr>
          <a:xfrm>
            <a:off x="9756000" y="6575400"/>
            <a:ext cx="15973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lt1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lt1"/>
                </a:solidFill>
                <a:latin typeface="Calibri"/>
              </a:rPr>
              <a:t>&lt;date/time&gt;</a:t>
            </a:r>
            <a:endParaRPr lang="en-CA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" name="PlaceHolder 4"/>
          <p:cNvSpPr>
            <a:spLocks noGrp="1"/>
          </p:cNvSpPr>
          <p:nvPr>
            <p:ph type="ftr" idx="8"/>
          </p:nvPr>
        </p:nvSpPr>
        <p:spPr>
          <a:xfrm>
            <a:off x="52560" y="6573960"/>
            <a:ext cx="2985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CA" sz="1200" b="0" strike="noStrike" spc="-1">
                <a:solidFill>
                  <a:schemeClr val="lt1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CA" sz="1200" b="0" strike="noStrike" spc="-1">
                <a:solidFill>
                  <a:schemeClr val="lt1"/>
                </a:solidFill>
                <a:latin typeface="Calibri"/>
              </a:rPr>
              <a:t>&lt;footer&gt;</a:t>
            </a:r>
            <a:endParaRPr lang="en-CA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" name="PlaceHolder 5"/>
          <p:cNvSpPr>
            <a:spLocks noGrp="1"/>
          </p:cNvSpPr>
          <p:nvPr>
            <p:ph type="sldNum" idx="9"/>
          </p:nvPr>
        </p:nvSpPr>
        <p:spPr>
          <a:xfrm>
            <a:off x="11353680" y="6573960"/>
            <a:ext cx="798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CA" sz="1200" b="0" strike="noStrike" spc="-1">
                <a:solidFill>
                  <a:schemeClr val="lt1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458C119-3452-45CF-97DA-3D86DF8CF4D0}" type="slidenum">
              <a:rPr lang="en-CA" sz="1200" b="0" strike="noStrike" spc="-1">
                <a:solidFill>
                  <a:schemeClr val="lt1"/>
                </a:solidFill>
                <a:latin typeface="Calibri"/>
              </a:rPr>
              <a:pPr indent="0" algn="r" defTabSz="914400">
                <a:lnSpc>
                  <a:spcPct val="100000"/>
                </a:lnSpc>
                <a:buNone/>
              </a:pPr>
              <a:t>‹#›</a:t>
            </a:fld>
            <a:r>
              <a:rPr lang="en-CA" sz="1200" b="0" strike="noStrike" spc="-1">
                <a:solidFill>
                  <a:schemeClr val="lt1"/>
                </a:solidFill>
                <a:latin typeface="Calibri"/>
              </a:rPr>
              <a:t> / 32</a:t>
            </a:r>
            <a:endParaRPr lang="en-CA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/>
    <p:bodyStyle/>
    <p:otherStyle/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Picture 6"/>
          <p:cNvPicPr/>
          <p:nvPr/>
        </p:nvPicPr>
        <p:blipFill>
          <a:blip r:embed="rId15" cstate="print"/>
          <a:stretch/>
        </p:blipFill>
        <p:spPr>
          <a:xfrm>
            <a:off x="11158560" y="0"/>
            <a:ext cx="837720" cy="886320"/>
          </a:xfrm>
          <a:prstGeom prst="rect">
            <a:avLst/>
          </a:prstGeom>
          <a:ln w="0">
            <a:noFill/>
          </a:ln>
        </p:spPr>
      </p:pic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6000" b="0" strike="noStrike" spc="-1">
                <a:solidFill>
                  <a:schemeClr val="lt1"/>
                </a:solidFill>
                <a:latin typeface="Calibri Light"/>
              </a:rPr>
              <a:t>Click to edit Master title style</a:t>
            </a:r>
            <a:endParaRPr lang="en-US" sz="6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4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Edit Master text styles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 type="dt" idx="10"/>
          </p:nvPr>
        </p:nvSpPr>
        <p:spPr>
          <a:xfrm>
            <a:off x="9756000" y="6575400"/>
            <a:ext cx="15973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lt1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lt1"/>
                </a:solidFill>
                <a:latin typeface="Calibri"/>
              </a:rPr>
              <a:t>&lt;date/time&gt;</a:t>
            </a:r>
            <a:endParaRPr lang="en-CA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" name="PlaceHolder 4"/>
          <p:cNvSpPr>
            <a:spLocks noGrp="1"/>
          </p:cNvSpPr>
          <p:nvPr>
            <p:ph type="ftr" idx="11"/>
          </p:nvPr>
        </p:nvSpPr>
        <p:spPr>
          <a:xfrm>
            <a:off x="52560" y="6573960"/>
            <a:ext cx="2985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CA" sz="1200" b="0" strike="noStrike" spc="-1">
                <a:solidFill>
                  <a:schemeClr val="lt1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CA" sz="1200" b="0" strike="noStrike" spc="-1">
                <a:solidFill>
                  <a:schemeClr val="lt1"/>
                </a:solidFill>
                <a:latin typeface="Calibri"/>
              </a:rPr>
              <a:t>&lt;footer&gt;</a:t>
            </a:r>
            <a:endParaRPr lang="en-CA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" name="PlaceHolder 5"/>
          <p:cNvSpPr>
            <a:spLocks noGrp="1"/>
          </p:cNvSpPr>
          <p:nvPr>
            <p:ph type="sldNum" idx="12"/>
          </p:nvPr>
        </p:nvSpPr>
        <p:spPr>
          <a:xfrm>
            <a:off x="11353680" y="6573960"/>
            <a:ext cx="798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CA" sz="1200" b="0" strike="noStrike" spc="-1">
                <a:solidFill>
                  <a:schemeClr val="lt1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4970A68-BB36-414B-9ABA-18DDBE442943}" type="slidenum">
              <a:rPr lang="en-CA" sz="1200" b="0" strike="noStrike" spc="-1">
                <a:solidFill>
                  <a:schemeClr val="lt1"/>
                </a:solidFill>
                <a:latin typeface="Calibri"/>
              </a:rPr>
              <a:pPr indent="0" algn="r" defTabSz="914400">
                <a:lnSpc>
                  <a:spcPct val="100000"/>
                </a:lnSpc>
                <a:buNone/>
              </a:pPr>
              <a:t>‹#›</a:t>
            </a:fld>
            <a:endParaRPr lang="en-CA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xStyles>
    <p:titleStyle/>
    <p:bodyStyle/>
    <p:otherStyle/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Picture 6"/>
          <p:cNvPicPr/>
          <p:nvPr/>
        </p:nvPicPr>
        <p:blipFill>
          <a:blip r:embed="rId15" cstate="print"/>
          <a:stretch/>
        </p:blipFill>
        <p:spPr>
          <a:xfrm>
            <a:off x="11158560" y="0"/>
            <a:ext cx="837720" cy="886320"/>
          </a:xfrm>
          <a:prstGeom prst="rect">
            <a:avLst/>
          </a:prstGeom>
          <a:ln w="0">
            <a:noFill/>
          </a:ln>
        </p:spPr>
      </p:pic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0" y="-1555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chemeClr val="lt1"/>
                </a:solidFill>
                <a:latin typeface="Calibri Light"/>
              </a:rPr>
              <a:t>Click to edit Master title style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Edit Master text styles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171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172" name="PlaceHolder 4"/>
          <p:cNvSpPr>
            <a:spLocks noGrp="1"/>
          </p:cNvSpPr>
          <p:nvPr>
            <p:ph type="dt" idx="13"/>
          </p:nvPr>
        </p:nvSpPr>
        <p:spPr>
          <a:xfrm>
            <a:off x="9756000" y="6575400"/>
            <a:ext cx="15973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lt1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lt1"/>
                </a:solidFill>
                <a:latin typeface="Calibri"/>
              </a:rPr>
              <a:t>&lt;date/time&gt;</a:t>
            </a:r>
            <a:endParaRPr lang="en-CA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3" name="PlaceHolder 5"/>
          <p:cNvSpPr>
            <a:spLocks noGrp="1"/>
          </p:cNvSpPr>
          <p:nvPr>
            <p:ph type="ftr" idx="14"/>
          </p:nvPr>
        </p:nvSpPr>
        <p:spPr>
          <a:xfrm>
            <a:off x="52560" y="6573960"/>
            <a:ext cx="2985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CA" sz="1200" b="0" strike="noStrike" spc="-1">
                <a:solidFill>
                  <a:schemeClr val="lt1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CA" sz="1200" b="0" strike="noStrike" spc="-1">
                <a:solidFill>
                  <a:schemeClr val="lt1"/>
                </a:solidFill>
                <a:latin typeface="Calibri"/>
              </a:rPr>
              <a:t>&lt;footer&gt;</a:t>
            </a:r>
            <a:endParaRPr lang="en-CA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4" name="PlaceHolder 6"/>
          <p:cNvSpPr>
            <a:spLocks noGrp="1"/>
          </p:cNvSpPr>
          <p:nvPr>
            <p:ph type="sldNum" idx="15"/>
          </p:nvPr>
        </p:nvSpPr>
        <p:spPr>
          <a:xfrm>
            <a:off x="11353680" y="6573960"/>
            <a:ext cx="798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CA" sz="1200" b="0" strike="noStrike" spc="-1">
                <a:solidFill>
                  <a:schemeClr val="lt1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2BFC674-BEFB-448C-BA43-7D83F6BD2B67}" type="slidenum">
              <a:rPr lang="en-CA" sz="1200" b="0" strike="noStrike" spc="-1">
                <a:solidFill>
                  <a:schemeClr val="lt1"/>
                </a:solidFill>
                <a:latin typeface="Calibri"/>
              </a:rPr>
              <a:pPr indent="0" algn="r" defTabSz="914400">
                <a:lnSpc>
                  <a:spcPct val="100000"/>
                </a:lnSpc>
                <a:buNone/>
              </a:pPr>
              <a:t>‹#›</a:t>
            </a:fld>
            <a:endParaRPr lang="en-CA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</p:sldLayoutIdLst>
  <p:txStyles>
    <p:titleStyle/>
    <p:bodyStyle/>
    <p:otherStyle/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Picture 6"/>
          <p:cNvPicPr/>
          <p:nvPr/>
        </p:nvPicPr>
        <p:blipFill>
          <a:blip r:embed="rId15" cstate="print"/>
          <a:stretch/>
        </p:blipFill>
        <p:spPr>
          <a:xfrm>
            <a:off x="11158560" y="0"/>
            <a:ext cx="837720" cy="886320"/>
          </a:xfrm>
          <a:prstGeom prst="rect">
            <a:avLst/>
          </a:prstGeom>
          <a:ln w="0">
            <a:noFill/>
          </a:ln>
        </p:spPr>
      </p:pic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0" y="-1573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chemeClr val="lt1"/>
                </a:solidFill>
                <a:latin typeface="Calibri Light"/>
              </a:rPr>
              <a:t>Click to edit Master title style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3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400" b="1" strike="noStrike" spc="-1">
                <a:solidFill>
                  <a:schemeClr val="dk1"/>
                </a:solidFill>
                <a:latin typeface="Calibri"/>
              </a:rPr>
              <a:t>Edit Master text styles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215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strike="noStrike" spc="-1">
                <a:solidFill>
                  <a:schemeClr val="dk1"/>
                </a:solidFill>
                <a:latin typeface="Calibri"/>
              </a:rPr>
              <a:t>Edit Master text styles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6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217" name="PlaceHolder 6"/>
          <p:cNvSpPr>
            <a:spLocks noGrp="1"/>
          </p:cNvSpPr>
          <p:nvPr>
            <p:ph type="dt" idx="16"/>
          </p:nvPr>
        </p:nvSpPr>
        <p:spPr>
          <a:xfrm>
            <a:off x="9756000" y="6575400"/>
            <a:ext cx="15973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lt1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lt1"/>
                </a:solidFill>
                <a:latin typeface="Calibri"/>
              </a:rPr>
              <a:t>&lt;date/time&gt;</a:t>
            </a:r>
            <a:endParaRPr lang="en-CA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8" name="PlaceHolder 7"/>
          <p:cNvSpPr>
            <a:spLocks noGrp="1"/>
          </p:cNvSpPr>
          <p:nvPr>
            <p:ph type="ftr" idx="17"/>
          </p:nvPr>
        </p:nvSpPr>
        <p:spPr>
          <a:xfrm>
            <a:off x="52560" y="6573960"/>
            <a:ext cx="2985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CA" sz="1200" b="0" strike="noStrike" spc="-1">
                <a:solidFill>
                  <a:schemeClr val="lt1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CA" sz="1200" b="0" strike="noStrike" spc="-1">
                <a:solidFill>
                  <a:schemeClr val="lt1"/>
                </a:solidFill>
                <a:latin typeface="Calibri"/>
              </a:rPr>
              <a:t>&lt;footer&gt;</a:t>
            </a:r>
            <a:endParaRPr lang="en-CA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9" name="PlaceHolder 8"/>
          <p:cNvSpPr>
            <a:spLocks noGrp="1"/>
          </p:cNvSpPr>
          <p:nvPr>
            <p:ph type="sldNum" idx="18"/>
          </p:nvPr>
        </p:nvSpPr>
        <p:spPr>
          <a:xfrm>
            <a:off x="11353680" y="6573960"/>
            <a:ext cx="798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CA" sz="1200" b="0" strike="noStrike" spc="-1">
                <a:solidFill>
                  <a:schemeClr val="lt1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3F7C077-8146-4CA3-B165-85A64DB79FC6}" type="slidenum">
              <a:rPr lang="en-CA" sz="1200" b="0" strike="noStrike" spc="-1">
                <a:solidFill>
                  <a:schemeClr val="lt1"/>
                </a:solidFill>
                <a:latin typeface="Calibri"/>
              </a:rPr>
              <a:pPr indent="0" algn="r" defTabSz="914400">
                <a:lnSpc>
                  <a:spcPct val="100000"/>
                </a:lnSpc>
                <a:buNone/>
              </a:pPr>
              <a:t>‹#›</a:t>
            </a:fld>
            <a:endParaRPr lang="en-CA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</p:sldLayoutIdLst>
  <p:txStyles>
    <p:titleStyle/>
    <p:bodyStyle/>
    <p:otherStyle/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Picture 6"/>
          <p:cNvPicPr/>
          <p:nvPr/>
        </p:nvPicPr>
        <p:blipFill>
          <a:blip r:embed="rId15" cstate="print"/>
          <a:stretch/>
        </p:blipFill>
        <p:spPr>
          <a:xfrm>
            <a:off x="11158560" y="0"/>
            <a:ext cx="837720" cy="886320"/>
          </a:xfrm>
          <a:prstGeom prst="rect">
            <a:avLst/>
          </a:prstGeom>
          <a:ln w="0">
            <a:noFill/>
          </a:ln>
        </p:spPr>
      </p:pic>
      <p:sp>
        <p:nvSpPr>
          <p:cNvPr id="257" name="PlaceHolder 1"/>
          <p:cNvSpPr>
            <a:spLocks noGrp="1"/>
          </p:cNvSpPr>
          <p:nvPr>
            <p:ph type="title"/>
          </p:nvPr>
        </p:nvSpPr>
        <p:spPr>
          <a:xfrm>
            <a:off x="0" y="-1555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strike="noStrike" spc="-1">
                <a:solidFill>
                  <a:schemeClr val="lt1"/>
                </a:solidFill>
                <a:latin typeface="Calibri Light"/>
              </a:rPr>
              <a:t>Click to edit Master title style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8" name="PlaceHolder 2"/>
          <p:cNvSpPr>
            <a:spLocks noGrp="1"/>
          </p:cNvSpPr>
          <p:nvPr>
            <p:ph type="dt" idx="19"/>
          </p:nvPr>
        </p:nvSpPr>
        <p:spPr>
          <a:xfrm>
            <a:off x="9756000" y="6575400"/>
            <a:ext cx="15973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lt1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lt1"/>
                </a:solidFill>
                <a:latin typeface="Calibri"/>
              </a:rPr>
              <a:t>&lt;date/time&gt;</a:t>
            </a:r>
            <a:endParaRPr lang="en-CA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9" name="PlaceHolder 3"/>
          <p:cNvSpPr>
            <a:spLocks noGrp="1"/>
          </p:cNvSpPr>
          <p:nvPr>
            <p:ph type="ftr" idx="20"/>
          </p:nvPr>
        </p:nvSpPr>
        <p:spPr>
          <a:xfrm>
            <a:off x="52560" y="6573960"/>
            <a:ext cx="2985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CA" sz="1200" b="0" strike="noStrike" spc="-1">
                <a:solidFill>
                  <a:schemeClr val="lt1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CA" sz="1200" b="0" strike="noStrike" spc="-1">
                <a:solidFill>
                  <a:schemeClr val="lt1"/>
                </a:solidFill>
                <a:latin typeface="Calibri"/>
              </a:rPr>
              <a:t>&lt;footer&gt;</a:t>
            </a:r>
            <a:endParaRPr lang="en-CA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0" name="PlaceHolder 4"/>
          <p:cNvSpPr>
            <a:spLocks noGrp="1"/>
          </p:cNvSpPr>
          <p:nvPr>
            <p:ph type="sldNum" idx="21"/>
          </p:nvPr>
        </p:nvSpPr>
        <p:spPr>
          <a:xfrm>
            <a:off x="11353680" y="6573960"/>
            <a:ext cx="798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CA" sz="1200" b="0" strike="noStrike" spc="-1">
                <a:solidFill>
                  <a:schemeClr val="lt1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0804A75-1E70-41DE-9FB7-99679B593BEE}" type="slidenum">
              <a:rPr lang="en-CA" sz="1200" b="0" strike="noStrike" spc="-1">
                <a:solidFill>
                  <a:schemeClr val="lt1"/>
                </a:solidFill>
                <a:latin typeface="Calibri"/>
              </a:rPr>
              <a:pPr indent="0" algn="r" defTabSz="914400">
                <a:lnSpc>
                  <a:spcPct val="100000"/>
                </a:lnSpc>
                <a:buNone/>
              </a:pPr>
              <a:t>‹#›</a:t>
            </a:fld>
            <a:endParaRPr lang="en-CA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</p:sldLayoutIdLst>
  <p:txStyles>
    <p:titleStyle/>
    <p:bodyStyle/>
    <p:otherStyle/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7" name="Picture 6"/>
          <p:cNvPicPr/>
          <p:nvPr/>
        </p:nvPicPr>
        <p:blipFill>
          <a:blip r:embed="rId15" cstate="print"/>
          <a:stretch/>
        </p:blipFill>
        <p:spPr>
          <a:xfrm>
            <a:off x="11158560" y="0"/>
            <a:ext cx="837720" cy="886320"/>
          </a:xfrm>
          <a:prstGeom prst="rect">
            <a:avLst/>
          </a:prstGeom>
          <a:ln w="0">
            <a:noFill/>
          </a:ln>
        </p:spPr>
      </p:pic>
      <p:sp>
        <p:nvSpPr>
          <p:cNvPr id="298" name="PlaceHolder 1"/>
          <p:cNvSpPr>
            <a:spLocks noGrp="1"/>
          </p:cNvSpPr>
          <p:nvPr>
            <p:ph type="dt" idx="22"/>
          </p:nvPr>
        </p:nvSpPr>
        <p:spPr>
          <a:xfrm>
            <a:off x="9756000" y="6575400"/>
            <a:ext cx="15973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lt1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lt1"/>
                </a:solidFill>
                <a:latin typeface="Calibri"/>
              </a:rPr>
              <a:t>&lt;date/time&gt;</a:t>
            </a:r>
            <a:endParaRPr lang="en-CA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9" name="PlaceHolder 2"/>
          <p:cNvSpPr>
            <a:spLocks noGrp="1"/>
          </p:cNvSpPr>
          <p:nvPr>
            <p:ph type="ftr" idx="23"/>
          </p:nvPr>
        </p:nvSpPr>
        <p:spPr>
          <a:xfrm>
            <a:off x="52560" y="6573960"/>
            <a:ext cx="2985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CA" sz="1200" b="0" strike="noStrike" spc="-1">
                <a:solidFill>
                  <a:schemeClr val="lt1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CA" sz="1200" b="0" strike="noStrike" spc="-1">
                <a:solidFill>
                  <a:schemeClr val="lt1"/>
                </a:solidFill>
                <a:latin typeface="Calibri"/>
              </a:rPr>
              <a:t>&lt;footer&gt;</a:t>
            </a:r>
            <a:endParaRPr lang="en-CA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0" name="PlaceHolder 3"/>
          <p:cNvSpPr>
            <a:spLocks noGrp="1"/>
          </p:cNvSpPr>
          <p:nvPr>
            <p:ph type="sldNum" idx="24"/>
          </p:nvPr>
        </p:nvSpPr>
        <p:spPr>
          <a:xfrm>
            <a:off x="11353680" y="6573960"/>
            <a:ext cx="798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CA" sz="1200" b="0" strike="noStrike" spc="-1">
                <a:solidFill>
                  <a:schemeClr val="lt1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6BCDB8C-B827-4971-97F8-26CDB3DAE197}" type="slidenum">
              <a:rPr lang="en-CA" sz="1200" b="0" strike="noStrike" spc="-1">
                <a:solidFill>
                  <a:schemeClr val="lt1"/>
                </a:solidFill>
                <a:latin typeface="Calibri"/>
              </a:rPr>
              <a:pPr indent="0" algn="r" defTabSz="914400">
                <a:lnSpc>
                  <a:spcPct val="100000"/>
                </a:lnSpc>
                <a:buNone/>
              </a:pPr>
              <a:t>‹#›</a:t>
            </a:fld>
            <a:endParaRPr lang="en-CA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  <p:sldLayoutId id="2147483751" r:id="rId12"/>
  </p:sldLayoutIdLst>
  <p:txStyles>
    <p:titleStyle/>
    <p:bodyStyle/>
    <p:otherStyle/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Picture 6"/>
          <p:cNvPicPr/>
          <p:nvPr/>
        </p:nvPicPr>
        <p:blipFill>
          <a:blip r:embed="rId15" cstate="print"/>
          <a:stretch/>
        </p:blipFill>
        <p:spPr>
          <a:xfrm>
            <a:off x="11158560" y="0"/>
            <a:ext cx="837720" cy="886320"/>
          </a:xfrm>
          <a:prstGeom prst="rect">
            <a:avLst/>
          </a:prstGeom>
          <a:ln w="0">
            <a:noFill/>
          </a:ln>
        </p:spPr>
      </p:pic>
      <p:sp>
        <p:nvSpPr>
          <p:cNvPr id="338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3200" b="0" strike="noStrike" spc="-1">
                <a:solidFill>
                  <a:schemeClr val="lt1"/>
                </a:solidFill>
                <a:latin typeface="Calibri Light"/>
              </a:rPr>
              <a:t>Click to edit Master title style</a:t>
            </a:r>
            <a:endParaRPr lang="en-US" sz="32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39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Edit Master text styles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296000" lvl="2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340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strike="noStrike" spc="-1">
                <a:solidFill>
                  <a:schemeClr val="dk1"/>
                </a:solidFill>
                <a:latin typeface="Calibri"/>
              </a:rPr>
              <a:t>Edit Master text styles</a:t>
            </a:r>
          </a:p>
        </p:txBody>
      </p:sp>
      <p:sp>
        <p:nvSpPr>
          <p:cNvPr id="341" name="PlaceHolder 4"/>
          <p:cNvSpPr>
            <a:spLocks noGrp="1"/>
          </p:cNvSpPr>
          <p:nvPr>
            <p:ph type="dt" idx="25"/>
          </p:nvPr>
        </p:nvSpPr>
        <p:spPr>
          <a:xfrm>
            <a:off x="9756000" y="6575400"/>
            <a:ext cx="15973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lt1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lt1"/>
                </a:solidFill>
                <a:latin typeface="Calibri"/>
              </a:rPr>
              <a:t>&lt;date/time&gt;</a:t>
            </a:r>
            <a:endParaRPr lang="en-CA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2" name="PlaceHolder 5"/>
          <p:cNvSpPr>
            <a:spLocks noGrp="1"/>
          </p:cNvSpPr>
          <p:nvPr>
            <p:ph type="ftr" idx="26"/>
          </p:nvPr>
        </p:nvSpPr>
        <p:spPr>
          <a:xfrm>
            <a:off x="52560" y="6573960"/>
            <a:ext cx="2985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CA" sz="1200" b="0" strike="noStrike" spc="-1">
                <a:solidFill>
                  <a:schemeClr val="lt1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CA" sz="1200" b="0" strike="noStrike" spc="-1">
                <a:solidFill>
                  <a:schemeClr val="lt1"/>
                </a:solidFill>
                <a:latin typeface="Calibri"/>
              </a:rPr>
              <a:t>&lt;footer&gt;</a:t>
            </a:r>
            <a:endParaRPr lang="en-CA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3" name="PlaceHolder 6"/>
          <p:cNvSpPr>
            <a:spLocks noGrp="1"/>
          </p:cNvSpPr>
          <p:nvPr>
            <p:ph type="sldNum" idx="27"/>
          </p:nvPr>
        </p:nvSpPr>
        <p:spPr>
          <a:xfrm>
            <a:off x="11353680" y="6573960"/>
            <a:ext cx="798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CA" sz="1200" b="0" strike="noStrike" spc="-1">
                <a:solidFill>
                  <a:schemeClr val="lt1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7A53E5D-68E5-4E39-802C-E9570472F2D3}" type="slidenum">
              <a:rPr lang="en-CA" sz="1200" b="0" strike="noStrike" spc="-1">
                <a:solidFill>
                  <a:schemeClr val="lt1"/>
                </a:solidFill>
                <a:latin typeface="Calibri"/>
              </a:rPr>
              <a:pPr indent="0" algn="r" defTabSz="914400">
                <a:lnSpc>
                  <a:spcPct val="100000"/>
                </a:lnSpc>
                <a:buNone/>
              </a:pPr>
              <a:t>‹#›</a:t>
            </a:fld>
            <a:endParaRPr lang="en-CA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  <p:sldLayoutId id="2147483764" r:id="rId12"/>
  </p:sldLayoutIdLst>
  <p:txStyles>
    <p:titleStyle/>
    <p:bodyStyle/>
    <p:otherStyle/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0" name="Picture 6"/>
          <p:cNvPicPr/>
          <p:nvPr/>
        </p:nvPicPr>
        <p:blipFill>
          <a:blip r:embed="rId15" cstate="print"/>
          <a:stretch/>
        </p:blipFill>
        <p:spPr>
          <a:xfrm>
            <a:off x="11158560" y="0"/>
            <a:ext cx="837720" cy="886320"/>
          </a:xfrm>
          <a:prstGeom prst="rect">
            <a:avLst/>
          </a:prstGeom>
          <a:ln w="0">
            <a:noFill/>
          </a:ln>
        </p:spPr>
      </p:pic>
      <p:sp>
        <p:nvSpPr>
          <p:cNvPr id="381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3200" b="0" strike="noStrike" spc="-1">
                <a:solidFill>
                  <a:schemeClr val="lt1"/>
                </a:solidFill>
                <a:latin typeface="Calibri Light"/>
              </a:rPr>
              <a:t>Click to edit Master title style</a:t>
            </a:r>
            <a:endParaRPr lang="en-US" sz="32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2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Seventh Outline Level</a:t>
            </a:r>
          </a:p>
        </p:txBody>
      </p:sp>
      <p:sp>
        <p:nvSpPr>
          <p:cNvPr id="383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strike="noStrike" spc="-1">
                <a:solidFill>
                  <a:schemeClr val="dk1"/>
                </a:solidFill>
                <a:latin typeface="Calibri"/>
              </a:rPr>
              <a:t>Edit Master text styles</a:t>
            </a:r>
          </a:p>
        </p:txBody>
      </p:sp>
      <p:sp>
        <p:nvSpPr>
          <p:cNvPr id="384" name="PlaceHolder 4"/>
          <p:cNvSpPr>
            <a:spLocks noGrp="1"/>
          </p:cNvSpPr>
          <p:nvPr>
            <p:ph type="dt" idx="28"/>
          </p:nvPr>
        </p:nvSpPr>
        <p:spPr>
          <a:xfrm>
            <a:off x="9756000" y="6575400"/>
            <a:ext cx="15973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lt1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lt1"/>
                </a:solidFill>
                <a:latin typeface="Calibri"/>
              </a:rPr>
              <a:t>&lt;date/time&gt;</a:t>
            </a:r>
            <a:endParaRPr lang="en-CA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5" name="PlaceHolder 5"/>
          <p:cNvSpPr>
            <a:spLocks noGrp="1"/>
          </p:cNvSpPr>
          <p:nvPr>
            <p:ph type="ftr" idx="29"/>
          </p:nvPr>
        </p:nvSpPr>
        <p:spPr>
          <a:xfrm>
            <a:off x="52560" y="6573960"/>
            <a:ext cx="2985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CA" sz="1200" b="0" strike="noStrike" spc="-1">
                <a:solidFill>
                  <a:schemeClr val="lt1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CA" sz="1200" b="0" strike="noStrike" spc="-1">
                <a:solidFill>
                  <a:schemeClr val="lt1"/>
                </a:solidFill>
                <a:latin typeface="Calibri"/>
              </a:rPr>
              <a:t>&lt;footer&gt;</a:t>
            </a:r>
            <a:endParaRPr lang="en-CA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6" name="PlaceHolder 6"/>
          <p:cNvSpPr>
            <a:spLocks noGrp="1"/>
          </p:cNvSpPr>
          <p:nvPr>
            <p:ph type="sldNum" idx="30"/>
          </p:nvPr>
        </p:nvSpPr>
        <p:spPr>
          <a:xfrm>
            <a:off x="11353680" y="6573960"/>
            <a:ext cx="798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CA" sz="1200" b="0" strike="noStrike" spc="-1">
                <a:solidFill>
                  <a:schemeClr val="lt1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975D02E-B47A-4FE1-9903-9F07EA79C210}" type="slidenum">
              <a:rPr lang="en-CA" sz="1200" b="0" strike="noStrike" spc="-1">
                <a:solidFill>
                  <a:schemeClr val="lt1"/>
                </a:solidFill>
                <a:latin typeface="Calibri"/>
              </a:rPr>
              <a:pPr indent="0" algn="r" defTabSz="914400">
                <a:lnSpc>
                  <a:spcPct val="100000"/>
                </a:lnSpc>
                <a:buNone/>
              </a:pPr>
              <a:t>‹#›</a:t>
            </a:fld>
            <a:endParaRPr lang="en-CA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6" r:id="rId1"/>
    <p:sldLayoutId id="2147483767" r:id="rId2"/>
    <p:sldLayoutId id="2147483768" r:id="rId3"/>
    <p:sldLayoutId id="2147483769" r:id="rId4"/>
    <p:sldLayoutId id="2147483770" r:id="rId5"/>
    <p:sldLayoutId id="2147483771" r:id="rId6"/>
    <p:sldLayoutId id="2147483772" r:id="rId7"/>
    <p:sldLayoutId id="2147483773" r:id="rId8"/>
    <p:sldLayoutId id="2147483774" r:id="rId9"/>
    <p:sldLayoutId id="2147483775" r:id="rId10"/>
    <p:sldLayoutId id="2147483776" r:id="rId11"/>
    <p:sldLayoutId id="2147483777" r:id="rId1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oracle.com/javase/21/docs/api/" TargetMode="External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oracle.com/technical-resources/articles/java/javadoc-tool.html" TargetMode="External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gmierzwinski.github.io/bishops/cs321/labs.html" TargetMode="External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Rectangle 1"/>
          <p:cNvSpPr>
            <a:spLocks noChangeArrowheads="1"/>
          </p:cNvSpPr>
          <p:nvPr/>
        </p:nvSpPr>
        <p:spPr bwMode="auto">
          <a:xfrm>
            <a:off x="-292100" y="-254000"/>
            <a:ext cx="12601575" cy="2578100"/>
          </a:xfrm>
          <a:prstGeom prst="rect">
            <a:avLst/>
          </a:prstGeom>
          <a:solidFill>
            <a:srgbClr val="664A97"/>
          </a:solidFill>
          <a:ln w="114480">
            <a:solidFill>
              <a:srgbClr val="6430A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" name="Rectangle 2"/>
          <p:cNvSpPr txBox="1">
            <a:spLocks noChangeArrowheads="1"/>
          </p:cNvSpPr>
          <p:nvPr/>
        </p:nvSpPr>
        <p:spPr>
          <a:xfrm>
            <a:off x="1522413" y="11113"/>
            <a:ext cx="9144000" cy="1916112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/>
            </a:pPr>
            <a:r>
              <a:rPr kumimoji="0" lang="en-CA" sz="6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 charset="0"/>
              </a:rPr>
              <a:t>Quick</a:t>
            </a:r>
            <a:r>
              <a:rPr kumimoji="0" lang="en-CA" sz="6000" b="0" i="0" u="none" strike="noStrike" kern="0" cap="none" spc="0" normalizeH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 charset="0"/>
              </a:rPr>
              <a:t> Overview</a:t>
            </a:r>
          </a:p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/>
            </a:pPr>
            <a:r>
              <a:rPr kumimoji="0" lang="en-CA" sz="6000" b="0" i="0" u="none" strike="noStrike" kern="0" cap="none" spc="0" normalizeH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 charset="0"/>
              </a:rPr>
              <a:t>and Hello World</a:t>
            </a:r>
            <a:endParaRPr kumimoji="0" lang="en-CA" sz="6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 Light" charset="0"/>
            </a:endParaRPr>
          </a:p>
        </p:txBody>
      </p:sp>
      <p:sp>
        <p:nvSpPr>
          <p:cNvPr id="20" name="Rectangle 3"/>
          <p:cNvSpPr>
            <a:spLocks noGrp="1" noChangeArrowheads="1"/>
          </p:cNvSpPr>
          <p:nvPr>
            <p:ph type="subTitle" idx="4294967295"/>
          </p:nvPr>
        </p:nvSpPr>
        <p:spPr>
          <a:xfrm>
            <a:off x="1306513" y="1171575"/>
            <a:ext cx="9575800" cy="5659438"/>
          </a:xfrm>
        </p:spPr>
        <p:txBody>
          <a:bodyPr lIns="91440" tIns="45720" rIns="91440" bIns="45720"/>
          <a:lstStyle/>
          <a:p>
            <a:pPr marL="0" indent="0" algn="ctr" eaLnBrk="1" hangingPunct="1">
              <a:lnSpc>
                <a:spcPct val="90000"/>
              </a:lnSpc>
              <a:spcBef>
                <a:spcPts val="1013"/>
              </a:spcBef>
              <a:buFont typeface="Times New Roman" pitchFamily="16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</a:pPr>
            <a:endParaRPr lang="en-CA" sz="2400" dirty="0" smtClean="0"/>
          </a:p>
          <a:p>
            <a:pPr marL="0" indent="0" algn="ctr" eaLnBrk="1" hangingPunct="1">
              <a:lnSpc>
                <a:spcPct val="90000"/>
              </a:lnSpc>
              <a:spcBef>
                <a:spcPts val="1013"/>
              </a:spcBef>
              <a:buFont typeface="Times New Roman" pitchFamily="16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</a:pPr>
            <a:endParaRPr lang="en-CA" sz="2400" dirty="0" smtClean="0"/>
          </a:p>
          <a:p>
            <a:pPr marL="0" indent="0" algn="ctr" eaLnBrk="1" hangingPunct="1">
              <a:lnSpc>
                <a:spcPct val="90000"/>
              </a:lnSpc>
              <a:spcBef>
                <a:spcPts val="1013"/>
              </a:spcBef>
              <a:buFont typeface="Times New Roman" pitchFamily="16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</a:pPr>
            <a:endParaRPr lang="en-CA" sz="2400" dirty="0" smtClean="0"/>
          </a:p>
          <a:p>
            <a:pPr marL="0" indent="0" algn="ctr" eaLnBrk="1" hangingPunct="1">
              <a:lnSpc>
                <a:spcPct val="90000"/>
              </a:lnSpc>
              <a:spcBef>
                <a:spcPts val="1013"/>
              </a:spcBef>
              <a:buFont typeface="Times New Roman" pitchFamily="16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</a:pPr>
            <a:endParaRPr lang="en-CA" sz="2400" dirty="0" smtClean="0"/>
          </a:p>
          <a:p>
            <a:pPr marL="0" indent="0" algn="ctr" eaLnBrk="1" hangingPunct="1">
              <a:lnSpc>
                <a:spcPct val="90000"/>
              </a:lnSpc>
              <a:spcBef>
                <a:spcPts val="1013"/>
              </a:spcBef>
              <a:buFont typeface="Times New Roman" pitchFamily="16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</a:pPr>
            <a:r>
              <a:rPr lang="en-CA" sz="2400" dirty="0" smtClean="0"/>
              <a:t>CS321: Advanced Programming Techniques</a:t>
            </a:r>
          </a:p>
          <a:p>
            <a:pPr marL="0" indent="0" algn="ctr" eaLnBrk="1" hangingPunct="1">
              <a:lnSpc>
                <a:spcPct val="90000"/>
              </a:lnSpc>
              <a:spcBef>
                <a:spcPts val="1013"/>
              </a:spcBef>
              <a:buFont typeface="Times New Roman" pitchFamily="16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</a:pPr>
            <a:r>
              <a:rPr lang="en-CA" sz="2400" dirty="0" smtClean="0"/>
              <a:t>Prof: Gregory </a:t>
            </a:r>
            <a:r>
              <a:rPr lang="en-CA" sz="2400" dirty="0" err="1" smtClean="0"/>
              <a:t>Mierzwinski</a:t>
            </a:r>
            <a:endParaRPr lang="en-CA" sz="2400" dirty="0" smtClean="0"/>
          </a:p>
        </p:txBody>
      </p:sp>
      <p:pic>
        <p:nvPicPr>
          <p:cNvPr id="21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09925" y="4846638"/>
            <a:ext cx="4770438" cy="1676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>
    <mc:Choice xmlns="" xmlns:p14="http://schemas.microsoft.com/office/powerpoint/2010/main" xmlns:p15="http://schemas.microsoft.com/office/powerpoint/2012/main"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PlaceHolder 1"/>
          <p:cNvSpPr>
            <a:spLocks noGrp="1"/>
          </p:cNvSpPr>
          <p:nvPr>
            <p:ph type="title"/>
          </p:nvPr>
        </p:nvSpPr>
        <p:spPr>
          <a:xfrm>
            <a:off x="0" y="-1573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CA" sz="4400" b="0" strike="noStrike" spc="-1">
                <a:solidFill>
                  <a:schemeClr val="lt1"/>
                </a:solidFill>
                <a:latin typeface="Calibri Light"/>
              </a:rPr>
              <a:t>Why Java?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4" name="PlaceHolder 2"/>
          <p:cNvSpPr>
            <a:spLocks noGrp="1"/>
          </p:cNvSpPr>
          <p:nvPr>
            <p:ph/>
          </p:nvPr>
        </p:nvSpPr>
        <p:spPr>
          <a:xfrm>
            <a:off x="640800" y="1168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CA" sz="2800" b="0" strike="noStrike" spc="-1">
                <a:solidFill>
                  <a:schemeClr val="dk1"/>
                </a:solidFill>
                <a:latin typeface="Calibri"/>
              </a:rPr>
              <a:t>Strongly typed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CA" sz="2800" b="0" strike="noStrike" spc="-1">
                <a:solidFill>
                  <a:schemeClr val="dk1"/>
                </a:solidFill>
                <a:latin typeface="Calibri"/>
              </a:rPr>
              <a:t>Object-oriented programming language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CA" sz="2800" b="0" strike="noStrike" spc="-1">
                <a:solidFill>
                  <a:schemeClr val="dk1"/>
                </a:solidFill>
                <a:latin typeface="Calibri"/>
              </a:rPr>
              <a:t>Used in many areas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CA" sz="2800" b="0" strike="noStrike" spc="-1">
                <a:solidFill>
                  <a:schemeClr val="dk1"/>
                </a:solidFill>
                <a:latin typeface="Calibri"/>
              </a:rPr>
              <a:t>Similar to C++ but at a bit of a higher level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CA" sz="2800" b="1" strike="noStrike" spc="-1">
                <a:solidFill>
                  <a:schemeClr val="dk1"/>
                </a:solidFill>
                <a:latin typeface="Calibri"/>
              </a:rPr>
              <a:t>Keep in mind, this class is about programming techniques, not about a programming language.</a:t>
            </a: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6" name="PlaceHolder 4"/>
          <p:cNvSpPr>
            <a:spLocks noGrp="1"/>
          </p:cNvSpPr>
          <p:nvPr>
            <p:ph type="sldNum" idx="35"/>
          </p:nvPr>
        </p:nvSpPr>
        <p:spPr>
          <a:xfrm>
            <a:off x="11353680" y="6573960"/>
            <a:ext cx="798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CA" sz="1200" b="0" strike="noStrike" spc="-1">
                <a:solidFill>
                  <a:schemeClr val="lt1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BEF9CD9-1D97-4BF0-859D-C4DE96323DD2}" type="slidenum">
              <a:rPr lang="en-CA" sz="1200" b="0" strike="noStrike" spc="-1">
                <a:solidFill>
                  <a:schemeClr val="lt1"/>
                </a:solidFill>
                <a:latin typeface="Calibri"/>
              </a:rPr>
              <a:pPr indent="0" algn="r" defTabSz="914400">
                <a:lnSpc>
                  <a:spcPct val="100000"/>
                </a:lnSpc>
                <a:buNone/>
              </a:pPr>
              <a:t>2</a:t>
            </a:fld>
            <a:r>
              <a:rPr lang="en-CA" sz="1200" b="0" strike="noStrike" spc="-1">
                <a:solidFill>
                  <a:schemeClr val="lt1"/>
                </a:solidFill>
                <a:latin typeface="Calibri"/>
              </a:rPr>
              <a:t> / 32</a:t>
            </a:r>
            <a:endParaRPr lang="en-CA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CS321: Advanced Programming Techniques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xmlns:p15="http://schemas.microsoft.com/office/powerpoint/2012/main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PlaceHolder 1"/>
          <p:cNvSpPr>
            <a:spLocks noGrp="1"/>
          </p:cNvSpPr>
          <p:nvPr>
            <p:ph type="title"/>
          </p:nvPr>
        </p:nvSpPr>
        <p:spPr>
          <a:xfrm>
            <a:off x="0" y="-1573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CA" sz="4400" b="0" strike="noStrike" spc="-1">
                <a:solidFill>
                  <a:schemeClr val="lt1"/>
                </a:solidFill>
                <a:latin typeface="Calibri Light"/>
              </a:rPr>
              <a:t>Java vs. C++ Compilation/Running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8" name="PlaceHolder 2"/>
          <p:cNvSpPr>
            <a:spLocks noGrp="1"/>
          </p:cNvSpPr>
          <p:nvPr>
            <p:ph/>
          </p:nvPr>
        </p:nvSpPr>
        <p:spPr>
          <a:xfrm>
            <a:off x="640800" y="1168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40" name="PlaceHolder 4"/>
          <p:cNvSpPr>
            <a:spLocks noGrp="1"/>
          </p:cNvSpPr>
          <p:nvPr>
            <p:ph type="sldNum" idx="37"/>
          </p:nvPr>
        </p:nvSpPr>
        <p:spPr>
          <a:xfrm>
            <a:off x="11353680" y="6573960"/>
            <a:ext cx="798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CA" sz="1200" b="0" strike="noStrike" spc="-1">
                <a:solidFill>
                  <a:schemeClr val="lt1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C53CAE9-20FD-4FD8-B8BE-5C239EE3065B}" type="slidenum">
              <a:rPr lang="en-CA" sz="1200" b="0" strike="noStrike" spc="-1">
                <a:solidFill>
                  <a:schemeClr val="lt1"/>
                </a:solidFill>
                <a:latin typeface="Calibri"/>
              </a:rPr>
              <a:pPr indent="0" algn="r" defTabSz="914400">
                <a:lnSpc>
                  <a:spcPct val="100000"/>
                </a:lnSpc>
                <a:buNone/>
              </a:pPr>
              <a:t>3</a:t>
            </a:fld>
            <a:r>
              <a:rPr lang="en-CA" sz="1200" b="0" strike="noStrike" spc="-1">
                <a:solidFill>
                  <a:schemeClr val="lt1"/>
                </a:solidFill>
                <a:latin typeface="Calibri"/>
              </a:rPr>
              <a:t> / 32</a:t>
            </a:r>
            <a:endParaRPr lang="en-CA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441" name="Picture 10"/>
          <p:cNvPicPr/>
          <p:nvPr/>
        </p:nvPicPr>
        <p:blipFill>
          <a:blip r:embed="rId3"/>
          <a:stretch/>
        </p:blipFill>
        <p:spPr>
          <a:xfrm>
            <a:off x="1562040" y="1042920"/>
            <a:ext cx="4152600" cy="4774680"/>
          </a:xfrm>
          <a:prstGeom prst="rect">
            <a:avLst/>
          </a:prstGeom>
          <a:ln w="0">
            <a:noFill/>
          </a:ln>
        </p:spPr>
      </p:pic>
      <p:pic>
        <p:nvPicPr>
          <p:cNvPr id="442" name="Picture 13"/>
          <p:cNvPicPr/>
          <p:nvPr/>
        </p:nvPicPr>
        <p:blipFill>
          <a:blip r:embed="rId4"/>
          <a:stretch/>
        </p:blipFill>
        <p:spPr>
          <a:xfrm>
            <a:off x="5715000" y="1042920"/>
            <a:ext cx="4914720" cy="4771800"/>
          </a:xfrm>
          <a:prstGeom prst="rect">
            <a:avLst/>
          </a:prstGeom>
          <a:ln w="0">
            <a:noFill/>
          </a:ln>
        </p:spPr>
      </p:pic>
      <p:sp>
        <p:nvSpPr>
          <p:cNvPr id="6" name="PlaceHolder 5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CS321: Advanced Programming Techniques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xmlns:p15="http://schemas.microsoft.com/office/powerpoint/2012/main"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PlaceHolder 1"/>
          <p:cNvSpPr>
            <a:spLocks noGrp="1"/>
          </p:cNvSpPr>
          <p:nvPr>
            <p:ph type="title"/>
          </p:nvPr>
        </p:nvSpPr>
        <p:spPr>
          <a:xfrm>
            <a:off x="0" y="-1573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CA" sz="4400" b="0" strike="noStrike" spc="-1">
                <a:solidFill>
                  <a:schemeClr val="lt1"/>
                </a:solidFill>
                <a:latin typeface="Calibri Light"/>
              </a:rPr>
              <a:t>Java vs. C++ Compilation/Running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44" name="PlaceHolder 2"/>
          <p:cNvSpPr>
            <a:spLocks noGrp="1"/>
          </p:cNvSpPr>
          <p:nvPr>
            <p:ph/>
          </p:nvPr>
        </p:nvSpPr>
        <p:spPr>
          <a:xfrm>
            <a:off x="640800" y="1168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45" name="PlaceHolder 3"/>
          <p:cNvSpPr>
            <a:spLocks noGrp="1"/>
          </p:cNvSpPr>
          <p:nvPr>
            <p:ph type="sldNum" idx="38"/>
          </p:nvPr>
        </p:nvSpPr>
        <p:spPr>
          <a:xfrm>
            <a:off x="11353680" y="6573960"/>
            <a:ext cx="798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CA" sz="1200" b="0" strike="noStrike" spc="-1">
                <a:solidFill>
                  <a:schemeClr val="lt1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8F0DD00-4876-405E-8536-119FCC1C77CB}" type="slidenum">
              <a:rPr lang="en-CA" sz="1200" b="0" strike="noStrike" spc="-1">
                <a:solidFill>
                  <a:schemeClr val="lt1"/>
                </a:solidFill>
                <a:latin typeface="Calibri"/>
              </a:rPr>
              <a:pPr indent="0" algn="r" defTabSz="914400">
                <a:lnSpc>
                  <a:spcPct val="100000"/>
                </a:lnSpc>
                <a:buNone/>
              </a:pPr>
              <a:t>4</a:t>
            </a:fld>
            <a:r>
              <a:rPr lang="en-CA" sz="1200" b="0" strike="noStrike" spc="-1">
                <a:solidFill>
                  <a:schemeClr val="lt1"/>
                </a:solidFill>
                <a:latin typeface="Calibri"/>
              </a:rPr>
              <a:t> / 32</a:t>
            </a:r>
            <a:endParaRPr lang="en-CA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446" name="Picture 10"/>
          <p:cNvPicPr/>
          <p:nvPr/>
        </p:nvPicPr>
        <p:blipFill>
          <a:blip r:embed="rId3"/>
          <a:stretch/>
        </p:blipFill>
        <p:spPr>
          <a:xfrm>
            <a:off x="1562040" y="1042920"/>
            <a:ext cx="4152600" cy="4774680"/>
          </a:xfrm>
          <a:prstGeom prst="rect">
            <a:avLst/>
          </a:prstGeom>
          <a:ln w="0">
            <a:noFill/>
          </a:ln>
        </p:spPr>
      </p:pic>
      <p:pic>
        <p:nvPicPr>
          <p:cNvPr id="447" name="Picture 13"/>
          <p:cNvPicPr/>
          <p:nvPr/>
        </p:nvPicPr>
        <p:blipFill>
          <a:blip r:embed="rId4"/>
          <a:stretch/>
        </p:blipFill>
        <p:spPr>
          <a:xfrm>
            <a:off x="5715000" y="1042920"/>
            <a:ext cx="4914720" cy="4771800"/>
          </a:xfrm>
          <a:prstGeom prst="rect">
            <a:avLst/>
          </a:prstGeom>
          <a:ln w="0">
            <a:noFill/>
          </a:ln>
        </p:spPr>
      </p:pic>
      <p:sp>
        <p:nvSpPr>
          <p:cNvPr id="448" name="Rectangle 3"/>
          <p:cNvSpPr/>
          <p:nvPr/>
        </p:nvSpPr>
        <p:spPr>
          <a:xfrm>
            <a:off x="1562040" y="1039680"/>
            <a:ext cx="4152600" cy="5532120"/>
          </a:xfrm>
          <a:prstGeom prst="rect">
            <a:avLst/>
          </a:prstGeom>
          <a:noFill/>
          <a:ln w="5724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CA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49" name="TextBox 4"/>
          <p:cNvSpPr/>
          <p:nvPr/>
        </p:nvSpPr>
        <p:spPr>
          <a:xfrm>
            <a:off x="1630800" y="6094440"/>
            <a:ext cx="387360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CA" sz="1800" b="0" strike="noStrike" spc="-1">
                <a:solidFill>
                  <a:schemeClr val="dk1"/>
                </a:solidFill>
                <a:latin typeface="Calibri"/>
              </a:rPr>
              <a:t>Platform-dependent Area</a:t>
            </a:r>
            <a:endParaRPr lang="en-CA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Rectangle 10"/>
          <p:cNvSpPr/>
          <p:nvPr/>
        </p:nvSpPr>
        <p:spPr>
          <a:xfrm>
            <a:off x="5899320" y="3942720"/>
            <a:ext cx="4914720" cy="2629080"/>
          </a:xfrm>
          <a:prstGeom prst="rect">
            <a:avLst/>
          </a:prstGeom>
          <a:noFill/>
          <a:ln w="5724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CA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51" name="TextBox 12"/>
          <p:cNvSpPr/>
          <p:nvPr/>
        </p:nvSpPr>
        <p:spPr>
          <a:xfrm>
            <a:off x="6356520" y="6094440"/>
            <a:ext cx="387360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CA" sz="1800" b="0" strike="noStrike" spc="-1">
                <a:solidFill>
                  <a:schemeClr val="dk1"/>
                </a:solidFill>
                <a:latin typeface="Calibri"/>
              </a:rPr>
              <a:t>Platform-dependent Area</a:t>
            </a:r>
            <a:endParaRPr lang="en-CA" sz="18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452" name="Straight Arrow Connector 13"/>
          <p:cNvCxnSpPr/>
          <p:nvPr/>
        </p:nvCxnSpPr>
        <p:spPr>
          <a:xfrm flipH="1">
            <a:off x="10629720" y="3429000"/>
            <a:ext cx="284400" cy="360"/>
          </a:xfrm>
          <a:prstGeom prst="straightConnector1">
            <a:avLst/>
          </a:prstGeom>
          <a:ln w="38160">
            <a:solidFill>
              <a:srgbClr val="000000"/>
            </a:solidFill>
            <a:miter/>
            <a:tailEnd type="triangle" w="med" len="med"/>
          </a:ln>
        </p:spPr>
      </p:cxnSp>
      <p:sp>
        <p:nvSpPr>
          <p:cNvPr id="453" name="TextBox 14"/>
          <p:cNvSpPr/>
          <p:nvPr/>
        </p:nvSpPr>
        <p:spPr>
          <a:xfrm>
            <a:off x="10879560" y="3244320"/>
            <a:ext cx="108000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CA" sz="1800" b="0" strike="noStrike" spc="-1">
                <a:solidFill>
                  <a:schemeClr val="dk1"/>
                </a:solidFill>
                <a:latin typeface="Calibri"/>
              </a:rPr>
              <a:t>Bytecode</a:t>
            </a:r>
            <a:endParaRPr lang="en-CA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CS321: Advanced Programming Techniques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xmlns:p15="http://schemas.microsoft.com/office/powerpoint/2012/main"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PlaceHolder 1"/>
          <p:cNvSpPr>
            <a:spLocks noGrp="1"/>
          </p:cNvSpPr>
          <p:nvPr>
            <p:ph type="title"/>
          </p:nvPr>
        </p:nvSpPr>
        <p:spPr>
          <a:xfrm>
            <a:off x="0" y="-1573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CA" sz="4400" b="0" strike="noStrike" spc="-1">
                <a:solidFill>
                  <a:schemeClr val="lt1"/>
                </a:solidFill>
                <a:latin typeface="Calibri Light"/>
              </a:rPr>
              <a:t>Java vs. C++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55" name="PlaceHolder 2"/>
          <p:cNvSpPr>
            <a:spLocks noGrp="1"/>
          </p:cNvSpPr>
          <p:nvPr>
            <p:ph/>
          </p:nvPr>
        </p:nvSpPr>
        <p:spPr>
          <a:xfrm>
            <a:off x="640800" y="1168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CA" sz="2400" b="0" strike="noStrike" spc="-1">
                <a:solidFill>
                  <a:schemeClr val="dk1"/>
                </a:solidFill>
                <a:latin typeface="Calibri"/>
              </a:rPr>
              <a:t>“No pointers” 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CA" sz="2400" b="0" strike="noStrike" spc="-1">
                <a:solidFill>
                  <a:schemeClr val="dk1"/>
                </a:solidFill>
                <a:latin typeface="Calibri"/>
              </a:rPr>
              <a:t>Generally considered safer due to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CA" sz="2000" b="0" strike="noStrike" spc="-1">
                <a:solidFill>
                  <a:schemeClr val="dk1"/>
                </a:solidFill>
                <a:latin typeface="Calibri"/>
              </a:rPr>
              <a:t>Checks for out-of-bounds access</a:t>
            </a:r>
            <a:endParaRPr lang="en-US" sz="20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CA" sz="2000" b="0" strike="noStrike" spc="-1">
                <a:solidFill>
                  <a:schemeClr val="dk1"/>
                </a:solidFill>
                <a:latin typeface="Calibri"/>
              </a:rPr>
              <a:t>Automatic garbage collection</a:t>
            </a:r>
            <a:endParaRPr lang="en-US" sz="20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CA" sz="2000" b="0" strike="noStrike" spc="-1">
                <a:solidFill>
                  <a:schemeClr val="dk1"/>
                </a:solidFill>
                <a:latin typeface="Calibri"/>
              </a:rPr>
              <a:t>Pointer abstraction (no pointers)</a:t>
            </a:r>
            <a:endParaRPr lang="en-US" sz="20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CA" sz="2000" b="0" strike="noStrike" spc="-1">
                <a:solidFill>
                  <a:schemeClr val="dk1"/>
                </a:solidFill>
                <a:latin typeface="Calibri"/>
              </a:rPr>
              <a:t>Multiple inheritance</a:t>
            </a:r>
            <a:endParaRPr lang="en-US" sz="20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</a:pP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56" name="PlaceHolder 3"/>
          <p:cNvSpPr>
            <a:spLocks noGrp="1"/>
          </p:cNvSpPr>
          <p:nvPr>
            <p:ph type="sldNum" idx="39"/>
          </p:nvPr>
        </p:nvSpPr>
        <p:spPr>
          <a:xfrm>
            <a:off x="11353680" y="6573960"/>
            <a:ext cx="798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CA" sz="1200" b="0" strike="noStrike" spc="-1">
                <a:solidFill>
                  <a:schemeClr val="lt1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1A28746-7EE7-413C-90AC-EFFEE085DE0B}" type="slidenum">
              <a:rPr lang="en-CA" sz="1200" b="0" strike="noStrike" spc="-1">
                <a:solidFill>
                  <a:schemeClr val="lt1"/>
                </a:solidFill>
                <a:latin typeface="Calibri"/>
              </a:rPr>
              <a:pPr indent="0" algn="r" defTabSz="914400">
                <a:lnSpc>
                  <a:spcPct val="100000"/>
                </a:lnSpc>
                <a:buNone/>
              </a:pPr>
              <a:t>5</a:t>
            </a:fld>
            <a:r>
              <a:rPr lang="en-CA" sz="1200" b="0" strike="noStrike" spc="-1">
                <a:solidFill>
                  <a:schemeClr val="lt1"/>
                </a:solidFill>
                <a:latin typeface="Calibri"/>
              </a:rPr>
              <a:t> / 32</a:t>
            </a:r>
            <a:endParaRPr lang="en-CA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CS321: Advanced Programming Techniques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xmlns:p15="http://schemas.microsoft.com/office/powerpoint/2012/main"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PlaceHolder 1"/>
          <p:cNvSpPr>
            <a:spLocks noGrp="1"/>
          </p:cNvSpPr>
          <p:nvPr>
            <p:ph type="title"/>
          </p:nvPr>
        </p:nvSpPr>
        <p:spPr>
          <a:xfrm>
            <a:off x="0" y="-1573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CA" sz="4400" b="0" strike="noStrike" spc="-1">
                <a:solidFill>
                  <a:schemeClr val="lt1"/>
                </a:solidFill>
                <a:latin typeface="Calibri Light"/>
              </a:rPr>
              <a:t>Java vs. C++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58" name="PlaceHolder 2"/>
          <p:cNvSpPr>
            <a:spLocks noGrp="1"/>
          </p:cNvSpPr>
          <p:nvPr>
            <p:ph/>
          </p:nvPr>
        </p:nvSpPr>
        <p:spPr>
          <a:xfrm>
            <a:off x="640800" y="1168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(Almost) everything is an object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Only primitive types (</a:t>
            </a:r>
            <a:r>
              <a:rPr lang="en-US" sz="2000" b="0" i="1" strike="noStrike" spc="-1">
                <a:solidFill>
                  <a:schemeClr val="dk1"/>
                </a:solidFill>
                <a:latin typeface="Calibri"/>
              </a:rPr>
              <a:t>boolean</a:t>
            </a: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, </a:t>
            </a:r>
            <a:r>
              <a:rPr lang="en-US" sz="2000" b="0" i="1" strike="noStrike" spc="-1">
                <a:solidFill>
                  <a:schemeClr val="dk1"/>
                </a:solidFill>
                <a:latin typeface="Calibri"/>
              </a:rPr>
              <a:t>char</a:t>
            </a: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, </a:t>
            </a:r>
            <a:r>
              <a:rPr lang="en-US" sz="2000" b="0" i="1" strike="noStrike" spc="-1">
                <a:solidFill>
                  <a:schemeClr val="dk1"/>
                </a:solidFill>
                <a:latin typeface="Calibri"/>
              </a:rPr>
              <a:t>int</a:t>
            </a: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, </a:t>
            </a:r>
            <a:r>
              <a:rPr lang="en-US" sz="2000" b="0" i="1" strike="noStrike" spc="-1">
                <a:solidFill>
                  <a:schemeClr val="dk1"/>
                </a:solidFill>
                <a:latin typeface="Calibri"/>
              </a:rPr>
              <a:t>long</a:t>
            </a: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, </a:t>
            </a:r>
            <a:r>
              <a:rPr lang="en-US" sz="2000" b="0" i="1" strike="noStrike" spc="-1">
                <a:solidFill>
                  <a:schemeClr val="dk1"/>
                </a:solidFill>
                <a:latin typeface="Calibri"/>
              </a:rPr>
              <a:t>float</a:t>
            </a: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, </a:t>
            </a:r>
            <a:r>
              <a:rPr lang="en-US" sz="2000" b="0" i="1" strike="noStrike" spc="-1">
                <a:solidFill>
                  <a:schemeClr val="dk1"/>
                </a:solidFill>
                <a:latin typeface="Calibri"/>
              </a:rPr>
              <a:t>double</a:t>
            </a: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) are </a:t>
            </a:r>
            <a:r>
              <a:rPr lang="en-US" sz="2000" b="0" i="1" strike="noStrike" spc="-1">
                <a:solidFill>
                  <a:schemeClr val="dk1"/>
                </a:solidFill>
                <a:latin typeface="Calibri"/>
              </a:rPr>
              <a:t>not</a:t>
            </a: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 objects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Function arguments are </a:t>
            </a:r>
            <a:r>
              <a:rPr lang="en-US" sz="2400" b="0" i="1" strike="noStrike" spc="-1">
                <a:solidFill>
                  <a:schemeClr val="dk1"/>
                </a:solidFill>
                <a:latin typeface="Calibri"/>
              </a:rPr>
              <a:t>always</a:t>
            </a: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 passed by </a:t>
            </a:r>
            <a:r>
              <a:rPr lang="en-US" sz="2400" b="0" i="1" strike="noStrike" spc="-1">
                <a:solidFill>
                  <a:schemeClr val="dk1"/>
                </a:solidFill>
                <a:latin typeface="Calibri"/>
              </a:rPr>
              <a:t>value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Objects are </a:t>
            </a:r>
            <a:r>
              <a:rPr lang="en-US" sz="2000" b="0" i="1" u="sng" strike="noStrike" spc="-1">
                <a:solidFill>
                  <a:schemeClr val="dk1"/>
                </a:solidFill>
                <a:uFillTx/>
                <a:latin typeface="Calibri"/>
              </a:rPr>
              <a:t>not</a:t>
            </a: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 copied – only their references are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No separation between header and implementation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No operator overloading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No </a:t>
            </a:r>
            <a:r>
              <a:rPr lang="en-US" sz="2400" b="0" i="1" strike="noStrike" spc="-1">
                <a:solidFill>
                  <a:schemeClr val="dk1"/>
                </a:solidFill>
                <a:latin typeface="Calibri"/>
              </a:rPr>
              <a:t>struct</a:t>
            </a: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Functions are virtual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Function code that gets executed is determined at run-time rather than compile-time</a:t>
            </a:r>
          </a:p>
        </p:txBody>
      </p:sp>
      <p:sp>
        <p:nvSpPr>
          <p:cNvPr id="459" name="PlaceHolder 3"/>
          <p:cNvSpPr>
            <a:spLocks noGrp="1"/>
          </p:cNvSpPr>
          <p:nvPr>
            <p:ph type="sldNum" idx="40"/>
          </p:nvPr>
        </p:nvSpPr>
        <p:spPr>
          <a:xfrm>
            <a:off x="11353680" y="6573960"/>
            <a:ext cx="798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CA" sz="1200" b="0" strike="noStrike" spc="-1">
                <a:solidFill>
                  <a:schemeClr val="lt1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148C449-2B23-4C36-8ECD-C0B9B438CB92}" type="slidenum">
              <a:rPr lang="en-CA" sz="1200" b="0" strike="noStrike" spc="-1">
                <a:solidFill>
                  <a:schemeClr val="lt1"/>
                </a:solidFill>
                <a:latin typeface="Calibri"/>
              </a:rPr>
              <a:pPr indent="0" algn="r" defTabSz="914400">
                <a:lnSpc>
                  <a:spcPct val="100000"/>
                </a:lnSpc>
                <a:buNone/>
              </a:pPr>
              <a:t>6</a:t>
            </a:fld>
            <a:r>
              <a:rPr lang="en-CA" sz="1200" b="0" strike="noStrike" spc="-1">
                <a:solidFill>
                  <a:schemeClr val="lt1"/>
                </a:solidFill>
                <a:latin typeface="Calibri"/>
              </a:rPr>
              <a:t> / 32</a:t>
            </a:r>
            <a:endParaRPr lang="en-CA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CS321: Advanced Programming Techniques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xmlns:p15="http://schemas.microsoft.com/office/powerpoint/2012/main"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PlaceHolder 1"/>
          <p:cNvSpPr>
            <a:spLocks noGrp="1"/>
          </p:cNvSpPr>
          <p:nvPr>
            <p:ph type="title"/>
          </p:nvPr>
        </p:nvSpPr>
        <p:spPr>
          <a:xfrm>
            <a:off x="0" y="-1573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CA" sz="4400" b="0" strike="noStrike" spc="-1">
                <a:solidFill>
                  <a:schemeClr val="lt1"/>
                </a:solidFill>
                <a:latin typeface="Calibri Light"/>
              </a:rPr>
              <a:t>Java vs. C++ Multiple Inheritance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1" name="PlaceHolder 2"/>
          <p:cNvSpPr>
            <a:spLocks noGrp="1"/>
          </p:cNvSpPr>
          <p:nvPr>
            <p:ph/>
          </p:nvPr>
        </p:nvSpPr>
        <p:spPr>
          <a:xfrm>
            <a:off x="640800" y="1168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C++ inheritance forces the inheritance of both data and behavior (code)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Multiple inheritance in Java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Java does not allow multiple non-abstract class inheritance. Only one at a time.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Java has abstract </a:t>
            </a:r>
            <a:r>
              <a:rPr lang="en-US" sz="2400" b="1" strike="noStrike" spc="-1">
                <a:solidFill>
                  <a:schemeClr val="dk1"/>
                </a:solidFill>
                <a:latin typeface="Calibri"/>
              </a:rPr>
              <a:t>interfaces</a:t>
            </a: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 that allows for multiple inheritance.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These only define expected behaviours (arguments, return type) but not the behaviour itself.</a:t>
            </a: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</a:pP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2" name="PlaceHolder 3"/>
          <p:cNvSpPr>
            <a:spLocks noGrp="1"/>
          </p:cNvSpPr>
          <p:nvPr>
            <p:ph type="sldNum" idx="41"/>
          </p:nvPr>
        </p:nvSpPr>
        <p:spPr>
          <a:xfrm>
            <a:off x="11353680" y="6573960"/>
            <a:ext cx="798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CA" sz="1200" b="0" strike="noStrike" spc="-1">
                <a:solidFill>
                  <a:schemeClr val="lt1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89F96A5-0B9A-4600-9604-52371A9170D3}" type="slidenum">
              <a:rPr lang="en-CA" sz="1200" b="0" strike="noStrike" spc="-1">
                <a:solidFill>
                  <a:schemeClr val="lt1"/>
                </a:solidFill>
                <a:latin typeface="Calibri"/>
              </a:rPr>
              <a:pPr indent="0" algn="r" defTabSz="914400">
                <a:lnSpc>
                  <a:spcPct val="100000"/>
                </a:lnSpc>
                <a:buNone/>
              </a:pPr>
              <a:t>7</a:t>
            </a:fld>
            <a:r>
              <a:rPr lang="en-CA" sz="1200" b="0" strike="noStrike" spc="-1">
                <a:solidFill>
                  <a:schemeClr val="lt1"/>
                </a:solidFill>
                <a:latin typeface="Calibri"/>
              </a:rPr>
              <a:t> / 32</a:t>
            </a:r>
            <a:endParaRPr lang="en-CA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CS321: Advanced Programming Techniques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xmlns:p15="http://schemas.microsoft.com/office/powerpoint/2012/main"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PlaceHolder 1"/>
          <p:cNvSpPr>
            <a:spLocks noGrp="1"/>
          </p:cNvSpPr>
          <p:nvPr>
            <p:ph type="title"/>
          </p:nvPr>
        </p:nvSpPr>
        <p:spPr>
          <a:xfrm>
            <a:off x="0" y="-1573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CA" sz="4400" b="0" strike="noStrike" spc="-1">
                <a:solidFill>
                  <a:schemeClr val="lt1"/>
                </a:solidFill>
                <a:latin typeface="Calibri Light"/>
              </a:rPr>
              <a:t>Java Documentation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4" name="PlaceHolder 2"/>
          <p:cNvSpPr>
            <a:spLocks noGrp="1"/>
          </p:cNvSpPr>
          <p:nvPr>
            <p:ph/>
          </p:nvPr>
        </p:nvSpPr>
        <p:spPr>
          <a:xfrm>
            <a:off x="640800" y="1168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StackOverflow won’t solve all your problems!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Found here: </a:t>
            </a:r>
            <a:r>
              <a:rPr lang="en-US" sz="2400" b="0" u="sng" strike="noStrike" spc="-1">
                <a:solidFill>
                  <a:schemeClr val="dk1"/>
                </a:solidFill>
                <a:uFillTx/>
                <a:latin typeface="Calibri"/>
                <a:hlinkClick r:id="rId2"/>
              </a:rPr>
              <a:t>https://docs.oracle.com/javase/21/docs/api/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</a:pP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5" name="PlaceHolder 3"/>
          <p:cNvSpPr>
            <a:spLocks noGrp="1"/>
          </p:cNvSpPr>
          <p:nvPr>
            <p:ph type="sldNum" idx="42"/>
          </p:nvPr>
        </p:nvSpPr>
        <p:spPr>
          <a:xfrm>
            <a:off x="11353680" y="6573960"/>
            <a:ext cx="798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CA" sz="1200" b="0" strike="noStrike" spc="-1">
                <a:solidFill>
                  <a:schemeClr val="lt1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B609E91-789C-46E4-ACB9-9E2CD902D5D4}" type="slidenum">
              <a:rPr lang="en-CA" sz="1200" b="0" strike="noStrike" spc="-1">
                <a:solidFill>
                  <a:schemeClr val="lt1"/>
                </a:solidFill>
                <a:latin typeface="Calibri"/>
              </a:rPr>
              <a:pPr indent="0" algn="r" defTabSz="914400">
                <a:lnSpc>
                  <a:spcPct val="100000"/>
                </a:lnSpc>
                <a:buNone/>
              </a:pPr>
              <a:t>8</a:t>
            </a:fld>
            <a:r>
              <a:rPr lang="en-CA" sz="1200" b="0" strike="noStrike" spc="-1">
                <a:solidFill>
                  <a:schemeClr val="lt1"/>
                </a:solidFill>
                <a:latin typeface="Calibri"/>
              </a:rPr>
              <a:t> / 32</a:t>
            </a:r>
            <a:endParaRPr lang="en-CA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CS321: Advanced Programming Techniques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xmlns:p15="http://schemas.microsoft.com/office/powerpoint/2012/main"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PlaceHolder 1"/>
          <p:cNvSpPr>
            <a:spLocks noGrp="1"/>
          </p:cNvSpPr>
          <p:nvPr>
            <p:ph type="title"/>
          </p:nvPr>
        </p:nvSpPr>
        <p:spPr>
          <a:xfrm>
            <a:off x="0" y="-1573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CA" sz="4400" b="0" strike="noStrike" spc="-1">
                <a:solidFill>
                  <a:schemeClr val="lt1"/>
                </a:solidFill>
                <a:latin typeface="Calibri Light"/>
              </a:rPr>
              <a:t>JavaDoc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7" name="PlaceHolder 2"/>
          <p:cNvSpPr>
            <a:spLocks noGrp="1"/>
          </p:cNvSpPr>
          <p:nvPr>
            <p:ph/>
          </p:nvPr>
        </p:nvSpPr>
        <p:spPr>
          <a:xfrm>
            <a:off x="640800" y="1168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All languages have some form of code documentation tooling or standards.</a:t>
            </a: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</a:pP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In Java, we use the JavaDoc standard: </a:t>
            </a:r>
            <a:r>
              <a:rPr lang="en-US" sz="2400" b="0" u="sng" strike="noStrike" spc="-1">
                <a:solidFill>
                  <a:schemeClr val="dk1"/>
                </a:solidFill>
                <a:uFillTx/>
                <a:latin typeface="Calibri"/>
                <a:hlinkClick r:id="rId2"/>
              </a:rPr>
              <a:t>https://www.oracle.com/technical-resources/articles/java/javadoc-tool.html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</a:pP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</a:pP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8" name="PlaceHolder 3"/>
          <p:cNvSpPr>
            <a:spLocks noGrp="1"/>
          </p:cNvSpPr>
          <p:nvPr>
            <p:ph type="sldNum" idx="43"/>
          </p:nvPr>
        </p:nvSpPr>
        <p:spPr>
          <a:xfrm>
            <a:off x="11353680" y="6573960"/>
            <a:ext cx="798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CA" sz="1200" b="0" strike="noStrike" spc="-1">
                <a:solidFill>
                  <a:schemeClr val="lt1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ED3EEEF-723A-4991-9583-46D16860BCFA}" type="slidenum">
              <a:rPr lang="en-CA" sz="1200" b="0" strike="noStrike" spc="-1">
                <a:solidFill>
                  <a:schemeClr val="lt1"/>
                </a:solidFill>
                <a:latin typeface="Calibri"/>
              </a:rPr>
              <a:pPr indent="0" algn="r" defTabSz="914400">
                <a:lnSpc>
                  <a:spcPct val="100000"/>
                </a:lnSpc>
                <a:buNone/>
              </a:pPr>
              <a:t>9</a:t>
            </a:fld>
            <a:r>
              <a:rPr lang="en-CA" sz="1200" b="0" strike="noStrike" spc="-1">
                <a:solidFill>
                  <a:schemeClr val="lt1"/>
                </a:solidFill>
                <a:latin typeface="Calibri"/>
              </a:rPr>
              <a:t> / 32</a:t>
            </a:r>
            <a:endParaRPr lang="en-CA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CS321: Advanced Programming Techniques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xmlns:p15="http://schemas.microsoft.com/office/powerpoint/2012/main"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PlaceHolder 1"/>
          <p:cNvSpPr>
            <a:spLocks noGrp="1"/>
          </p:cNvSpPr>
          <p:nvPr>
            <p:ph type="title"/>
          </p:nvPr>
        </p:nvSpPr>
        <p:spPr>
          <a:xfrm>
            <a:off x="0" y="-1573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CA" sz="4400" b="0" strike="noStrike" spc="-1">
                <a:solidFill>
                  <a:schemeClr val="lt1"/>
                </a:solidFill>
                <a:latin typeface="Calibri Light"/>
              </a:rPr>
              <a:t>Java Final Points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0" name="PlaceHolder 2"/>
          <p:cNvSpPr>
            <a:spLocks noGrp="1"/>
          </p:cNvSpPr>
          <p:nvPr>
            <p:ph/>
          </p:nvPr>
        </p:nvSpPr>
        <p:spPr>
          <a:xfrm>
            <a:off x="640800" y="1168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Much nicer compiler and run-time error messages than C++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Exception handling</a:t>
            </a: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Powerful and easy-to-use libraries for data structures, multi-threading, networking, I/O, graphics, GUI</a:t>
            </a:r>
          </a:p>
        </p:txBody>
      </p:sp>
      <p:sp>
        <p:nvSpPr>
          <p:cNvPr id="471" name="PlaceHolder 3"/>
          <p:cNvSpPr>
            <a:spLocks noGrp="1"/>
          </p:cNvSpPr>
          <p:nvPr>
            <p:ph type="sldNum" idx="44"/>
          </p:nvPr>
        </p:nvSpPr>
        <p:spPr>
          <a:xfrm>
            <a:off x="11353680" y="6573960"/>
            <a:ext cx="798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CA" sz="1200" b="0" strike="noStrike" spc="-1">
                <a:solidFill>
                  <a:schemeClr val="lt1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A04C13C-D379-41F5-BCC6-B9310C5D8474}" type="slidenum">
              <a:rPr lang="en-CA" sz="1200" b="0" strike="noStrike" spc="-1">
                <a:solidFill>
                  <a:schemeClr val="lt1"/>
                </a:solidFill>
                <a:latin typeface="Calibri"/>
              </a:rPr>
              <a:pPr indent="0" algn="r" defTabSz="914400">
                <a:lnSpc>
                  <a:spcPct val="100000"/>
                </a:lnSpc>
                <a:buNone/>
              </a:pPr>
              <a:t>10</a:t>
            </a:fld>
            <a:r>
              <a:rPr lang="en-CA" sz="1200" b="0" strike="noStrike" spc="-1">
                <a:solidFill>
                  <a:schemeClr val="lt1"/>
                </a:solidFill>
                <a:latin typeface="Calibri"/>
              </a:rPr>
              <a:t> / 32</a:t>
            </a:r>
            <a:endParaRPr lang="en-CA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CS321: Advanced Programming Techniques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xmlns:p15="http://schemas.microsoft.com/office/powerpoint/2012/main"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PlaceHolder 1"/>
          <p:cNvSpPr>
            <a:spLocks noGrp="1"/>
          </p:cNvSpPr>
          <p:nvPr>
            <p:ph type="title"/>
          </p:nvPr>
        </p:nvSpPr>
        <p:spPr>
          <a:xfrm>
            <a:off x="0" y="-1573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CA" sz="4400" b="0" strike="noStrike" spc="-1">
                <a:solidFill>
                  <a:schemeClr val="lt1"/>
                </a:solidFill>
                <a:latin typeface="Calibri Light"/>
              </a:rPr>
              <a:t>Hello World!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3" name="PlaceHolder 2"/>
          <p:cNvSpPr>
            <a:spLocks noGrp="1"/>
          </p:cNvSpPr>
          <p:nvPr>
            <p:ph type="sldNum" idx="45"/>
          </p:nvPr>
        </p:nvSpPr>
        <p:spPr>
          <a:xfrm>
            <a:off x="11353680" y="6573960"/>
            <a:ext cx="798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CA" sz="1200" b="0" strike="noStrike" spc="-1">
                <a:solidFill>
                  <a:schemeClr val="lt1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88DBD80-DEBF-456A-B912-00C77FE7234E}" type="slidenum">
              <a:rPr lang="en-CA" sz="1200" b="0" strike="noStrike" spc="-1">
                <a:solidFill>
                  <a:schemeClr val="lt1"/>
                </a:solidFill>
                <a:latin typeface="Calibri"/>
              </a:rPr>
              <a:pPr indent="0" algn="r" defTabSz="914400">
                <a:lnSpc>
                  <a:spcPct val="100000"/>
                </a:lnSpc>
                <a:buNone/>
              </a:pPr>
              <a:t>11</a:t>
            </a:fld>
            <a:r>
              <a:rPr lang="en-CA" sz="1200" b="0" strike="noStrike" spc="-1">
                <a:solidFill>
                  <a:schemeClr val="lt1"/>
                </a:solidFill>
                <a:latin typeface="Calibri"/>
              </a:rPr>
              <a:t> / 32</a:t>
            </a:r>
            <a:endParaRPr lang="en-CA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4" name="Content Placeholder 2"/>
          <p:cNvSpPr/>
          <p:nvPr/>
        </p:nvSpPr>
        <p:spPr>
          <a:xfrm>
            <a:off x="1837800" y="2302920"/>
            <a:ext cx="8716680" cy="2112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endParaRPr lang="en-CA" sz="24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400" b="0" strike="noStrike" spc="-1">
                <a:solidFill>
                  <a:schemeClr val="dk1"/>
                </a:solidFill>
                <a:latin typeface="Lucida Console"/>
              </a:rPr>
              <a:t>public static void main (String[] args) {</a:t>
            </a:r>
            <a:endParaRPr lang="en-CA" sz="24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400" b="0" strike="noStrike" spc="-1">
                <a:solidFill>
                  <a:schemeClr val="dk1"/>
                </a:solidFill>
                <a:latin typeface="Lucida Console"/>
              </a:rPr>
              <a:t>    System.out.println(“hello world!”);</a:t>
            </a:r>
            <a:endParaRPr lang="en-CA" sz="24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400" b="0" strike="noStrike" spc="-1">
                <a:solidFill>
                  <a:schemeClr val="dk1"/>
                </a:solidFill>
                <a:latin typeface="Lucida Console"/>
              </a:rPr>
              <a:t>}</a:t>
            </a:r>
            <a:endParaRPr lang="en-CA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CS321: Advanced Programming Techniques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xmlns:p15="http://schemas.microsoft.com/office/powerpoint/2012/main"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PlaceHolder 1"/>
          <p:cNvSpPr>
            <a:spLocks noGrp="1"/>
          </p:cNvSpPr>
          <p:nvPr>
            <p:ph type="title"/>
          </p:nvPr>
        </p:nvSpPr>
        <p:spPr>
          <a:xfrm>
            <a:off x="0" y="-1573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CA" sz="4400" b="0" strike="noStrike" spc="-1">
                <a:solidFill>
                  <a:schemeClr val="lt1"/>
                </a:solidFill>
                <a:latin typeface="Calibri Light"/>
              </a:rPr>
              <a:t>Hello World!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6" name="PlaceHolder 2"/>
          <p:cNvSpPr>
            <a:spLocks noGrp="1"/>
          </p:cNvSpPr>
          <p:nvPr>
            <p:ph type="sldNum" idx="46"/>
          </p:nvPr>
        </p:nvSpPr>
        <p:spPr>
          <a:xfrm>
            <a:off x="11353680" y="6573960"/>
            <a:ext cx="798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CA" sz="1200" b="0" strike="noStrike" spc="-1">
                <a:solidFill>
                  <a:schemeClr val="lt1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B49B641-909D-4CCD-9853-A04F194282C8}" type="slidenum">
              <a:rPr lang="en-CA" sz="1200" b="0" strike="noStrike" spc="-1">
                <a:solidFill>
                  <a:schemeClr val="lt1"/>
                </a:solidFill>
                <a:latin typeface="Calibri"/>
              </a:rPr>
              <a:pPr indent="0" algn="r" defTabSz="914400">
                <a:lnSpc>
                  <a:spcPct val="100000"/>
                </a:lnSpc>
                <a:buNone/>
              </a:pPr>
              <a:t>12</a:t>
            </a:fld>
            <a:r>
              <a:rPr lang="en-CA" sz="1200" b="0" strike="noStrike" spc="-1">
                <a:solidFill>
                  <a:schemeClr val="lt1"/>
                </a:solidFill>
                <a:latin typeface="Calibri"/>
              </a:rPr>
              <a:t> / 32</a:t>
            </a:r>
            <a:endParaRPr lang="en-CA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7" name="Content Placeholder 2"/>
          <p:cNvSpPr/>
          <p:nvPr/>
        </p:nvSpPr>
        <p:spPr>
          <a:xfrm>
            <a:off x="1837800" y="2302920"/>
            <a:ext cx="8716680" cy="2112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endParaRPr lang="en-CA" sz="24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400" b="0" strike="noStrike" spc="-1">
                <a:solidFill>
                  <a:schemeClr val="dk1"/>
                </a:solidFill>
                <a:latin typeface="Lucida Console"/>
              </a:rPr>
              <a:t>public static void main (String[] args) {</a:t>
            </a:r>
            <a:endParaRPr lang="en-CA" sz="24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400" b="0" strike="noStrike" spc="-1">
                <a:solidFill>
                  <a:schemeClr val="dk1"/>
                </a:solidFill>
                <a:latin typeface="Lucida Console"/>
              </a:rPr>
              <a:t>    System.out.println(“hello world!”);</a:t>
            </a:r>
            <a:endParaRPr lang="en-CA" sz="24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400" b="0" strike="noStrike" spc="-1">
                <a:solidFill>
                  <a:schemeClr val="dk1"/>
                </a:solidFill>
                <a:latin typeface="Lucida Console"/>
              </a:rPr>
              <a:t>}</a:t>
            </a:r>
            <a:endParaRPr lang="en-CA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8" name="TextBox 2"/>
          <p:cNvSpPr/>
          <p:nvPr/>
        </p:nvSpPr>
        <p:spPr>
          <a:xfrm>
            <a:off x="855360" y="5073480"/>
            <a:ext cx="10402200" cy="76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CA" sz="4400" b="0" strike="noStrike" spc="-1">
                <a:solidFill>
                  <a:srgbClr val="FF0000"/>
                </a:solidFill>
                <a:latin typeface="Calibri"/>
              </a:rPr>
              <a:t>First class functions are not allowed in Java!</a:t>
            </a:r>
            <a:endParaRPr lang="en-CA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CS321: Advanced Programming Techniques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xmlns:p15="http://schemas.microsoft.com/office/powerpoint/2012/main"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PlaceHolder 1"/>
          <p:cNvSpPr>
            <a:spLocks noGrp="1"/>
          </p:cNvSpPr>
          <p:nvPr>
            <p:ph type="title"/>
          </p:nvPr>
        </p:nvSpPr>
        <p:spPr>
          <a:xfrm>
            <a:off x="0" y="-1573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CA" sz="4400" b="0" strike="noStrike" spc="-1">
                <a:solidFill>
                  <a:schemeClr val="lt1"/>
                </a:solidFill>
                <a:latin typeface="Calibri Light"/>
              </a:rPr>
              <a:t>Hello World!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80" name="PlaceHolder 2"/>
          <p:cNvSpPr>
            <a:spLocks noGrp="1"/>
          </p:cNvSpPr>
          <p:nvPr>
            <p:ph type="sldNum" idx="47"/>
          </p:nvPr>
        </p:nvSpPr>
        <p:spPr>
          <a:xfrm>
            <a:off x="11353680" y="6573960"/>
            <a:ext cx="798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CA" sz="1200" b="0" strike="noStrike" spc="-1">
                <a:solidFill>
                  <a:schemeClr val="lt1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26E3D9D-5834-438A-8261-58CFB387D5A2}" type="slidenum">
              <a:rPr lang="en-CA" sz="1200" b="0" strike="noStrike" spc="-1">
                <a:solidFill>
                  <a:schemeClr val="lt1"/>
                </a:solidFill>
                <a:latin typeface="Calibri"/>
              </a:rPr>
              <a:pPr indent="0" algn="r" defTabSz="914400">
                <a:lnSpc>
                  <a:spcPct val="100000"/>
                </a:lnSpc>
                <a:buNone/>
              </a:pPr>
              <a:t>13</a:t>
            </a:fld>
            <a:r>
              <a:rPr lang="en-CA" sz="1200" b="0" strike="noStrike" spc="-1">
                <a:solidFill>
                  <a:schemeClr val="lt1"/>
                </a:solidFill>
                <a:latin typeface="Calibri"/>
              </a:rPr>
              <a:t> / 32</a:t>
            </a:r>
            <a:endParaRPr lang="en-CA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1" name="Content Placeholder 2"/>
          <p:cNvSpPr/>
          <p:nvPr/>
        </p:nvSpPr>
        <p:spPr>
          <a:xfrm>
            <a:off x="1091520" y="2300760"/>
            <a:ext cx="11542680" cy="4271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400" b="0" strike="noStrike" spc="-1">
                <a:solidFill>
                  <a:schemeClr val="dk1"/>
                </a:solidFill>
                <a:latin typeface="Lucida Console"/>
              </a:rPr>
              <a:t>public class Foo {</a:t>
            </a:r>
            <a:endParaRPr lang="en-CA" sz="24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400" b="0" strike="noStrike" spc="-1">
                <a:solidFill>
                  <a:schemeClr val="dk1"/>
                </a:solidFill>
                <a:latin typeface="Lucida Console"/>
              </a:rPr>
              <a:t>    public static void main (String[] args) {</a:t>
            </a:r>
            <a:endParaRPr lang="en-CA" sz="24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400" b="0" strike="noStrike" spc="-1">
                <a:solidFill>
                  <a:schemeClr val="dk1"/>
                </a:solidFill>
                <a:latin typeface="Lucida Console"/>
              </a:rPr>
              <a:t>        System.out.println(“hello world!”);</a:t>
            </a:r>
            <a:endParaRPr lang="en-CA" sz="24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400" b="0" strike="noStrike" spc="-1">
                <a:solidFill>
                  <a:schemeClr val="dk1"/>
                </a:solidFill>
                <a:latin typeface="Lucida Console"/>
              </a:rPr>
              <a:t>    }</a:t>
            </a:r>
            <a:endParaRPr lang="en-CA" sz="24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400" b="0" strike="noStrike" spc="-1">
                <a:solidFill>
                  <a:schemeClr val="dk1"/>
                </a:solidFill>
                <a:latin typeface="Lucida Console"/>
              </a:rPr>
              <a:t>}</a:t>
            </a:r>
            <a:endParaRPr lang="en-CA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CS321: Advanced Programming Techniques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xmlns:p15="http://schemas.microsoft.com/office/powerpoint/2012/main"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PlaceHolder 1"/>
          <p:cNvSpPr>
            <a:spLocks noGrp="1"/>
          </p:cNvSpPr>
          <p:nvPr>
            <p:ph type="title"/>
          </p:nvPr>
        </p:nvSpPr>
        <p:spPr>
          <a:xfrm>
            <a:off x="0" y="-1573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CA" sz="4400" b="0" strike="noStrike" spc="-1">
                <a:solidFill>
                  <a:schemeClr val="lt1"/>
                </a:solidFill>
                <a:latin typeface="Calibri Light"/>
              </a:rPr>
              <a:t>Hello World!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83" name="PlaceHolder 2"/>
          <p:cNvSpPr>
            <a:spLocks noGrp="1"/>
          </p:cNvSpPr>
          <p:nvPr>
            <p:ph type="sldNum" idx="48"/>
          </p:nvPr>
        </p:nvSpPr>
        <p:spPr>
          <a:xfrm>
            <a:off x="11353680" y="6573960"/>
            <a:ext cx="798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CA" sz="1200" b="0" strike="noStrike" spc="-1">
                <a:solidFill>
                  <a:schemeClr val="lt1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C44D6CD-103F-46BE-99A4-3A630BEB0A6C}" type="slidenum">
              <a:rPr lang="en-CA" sz="1200" b="0" strike="noStrike" spc="-1">
                <a:solidFill>
                  <a:schemeClr val="lt1"/>
                </a:solidFill>
                <a:latin typeface="Calibri"/>
              </a:rPr>
              <a:pPr indent="0" algn="r" defTabSz="914400">
                <a:lnSpc>
                  <a:spcPct val="100000"/>
                </a:lnSpc>
                <a:buNone/>
              </a:pPr>
              <a:t>14</a:t>
            </a:fld>
            <a:r>
              <a:rPr lang="en-CA" sz="1200" b="0" strike="noStrike" spc="-1">
                <a:solidFill>
                  <a:schemeClr val="lt1"/>
                </a:solidFill>
                <a:latin typeface="Calibri"/>
              </a:rPr>
              <a:t> / 32</a:t>
            </a:r>
            <a:endParaRPr lang="en-CA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4" name="Content Placeholder 2"/>
          <p:cNvSpPr/>
          <p:nvPr/>
        </p:nvSpPr>
        <p:spPr>
          <a:xfrm>
            <a:off x="1091520" y="2300760"/>
            <a:ext cx="11542680" cy="4271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400" b="0" strike="noStrike" spc="-1">
                <a:solidFill>
                  <a:schemeClr val="dk1"/>
                </a:solidFill>
                <a:latin typeface="Lucida Console"/>
              </a:rPr>
              <a:t>public class Foo {</a:t>
            </a:r>
            <a:endParaRPr lang="en-CA" sz="24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400" b="0" strike="noStrike" spc="-1">
                <a:solidFill>
                  <a:schemeClr val="dk1"/>
                </a:solidFill>
                <a:latin typeface="Lucida Console"/>
              </a:rPr>
              <a:t>    public static void main (String[] args) {</a:t>
            </a:r>
            <a:endParaRPr lang="en-CA" sz="24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400" b="0" strike="noStrike" spc="-1">
                <a:solidFill>
                  <a:schemeClr val="dk1"/>
                </a:solidFill>
                <a:latin typeface="Lucida Console"/>
              </a:rPr>
              <a:t>        System.out.println(“hello world!”);</a:t>
            </a:r>
            <a:endParaRPr lang="en-CA" sz="24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400" b="0" strike="noStrike" spc="-1">
                <a:solidFill>
                  <a:schemeClr val="dk1"/>
                </a:solidFill>
                <a:latin typeface="Lucida Console"/>
              </a:rPr>
              <a:t>    }</a:t>
            </a:r>
            <a:endParaRPr lang="en-CA" sz="24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400" b="0" strike="noStrike" spc="-1">
                <a:solidFill>
                  <a:schemeClr val="dk1"/>
                </a:solidFill>
                <a:latin typeface="Lucida Console"/>
              </a:rPr>
              <a:t>}</a:t>
            </a:r>
            <a:endParaRPr lang="en-CA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5" name="Rectangle 2"/>
          <p:cNvSpPr/>
          <p:nvPr/>
        </p:nvSpPr>
        <p:spPr>
          <a:xfrm>
            <a:off x="963720" y="1760040"/>
            <a:ext cx="10018800" cy="4561920"/>
          </a:xfrm>
          <a:prstGeom prst="rect">
            <a:avLst/>
          </a:prstGeom>
          <a:noFill/>
          <a:ln w="381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CA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86" name="TextBox 3"/>
          <p:cNvSpPr/>
          <p:nvPr/>
        </p:nvSpPr>
        <p:spPr>
          <a:xfrm>
            <a:off x="963720" y="1278360"/>
            <a:ext cx="2998440" cy="45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CA" sz="2400" b="0" strike="noStrike" spc="-1">
                <a:solidFill>
                  <a:schemeClr val="dk1"/>
                </a:solidFill>
                <a:latin typeface="Calibri"/>
              </a:rPr>
              <a:t>Foo.java</a:t>
            </a:r>
            <a:endParaRPr lang="en-CA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CS321: Advanced Programming Techniques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xmlns:p15="http://schemas.microsoft.com/office/powerpoint/2012/main"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PlaceHolder 1"/>
          <p:cNvSpPr>
            <a:spLocks noGrp="1"/>
          </p:cNvSpPr>
          <p:nvPr>
            <p:ph type="title"/>
          </p:nvPr>
        </p:nvSpPr>
        <p:spPr>
          <a:xfrm>
            <a:off x="0" y="-1573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CA" sz="4400" b="0" strike="noStrike" spc="-1">
                <a:solidFill>
                  <a:schemeClr val="lt1"/>
                </a:solidFill>
                <a:latin typeface="Calibri Light"/>
              </a:rPr>
              <a:t>Hello World!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88" name="PlaceHolder 2"/>
          <p:cNvSpPr>
            <a:spLocks noGrp="1"/>
          </p:cNvSpPr>
          <p:nvPr>
            <p:ph type="sldNum" idx="49"/>
          </p:nvPr>
        </p:nvSpPr>
        <p:spPr>
          <a:xfrm>
            <a:off x="11353680" y="6573960"/>
            <a:ext cx="798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CA" sz="1200" b="0" strike="noStrike" spc="-1">
                <a:solidFill>
                  <a:schemeClr val="lt1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1E1513F-698A-4FCF-886F-E12DF3BC3BE0}" type="slidenum">
              <a:rPr lang="en-CA" sz="1200" b="0" strike="noStrike" spc="-1">
                <a:solidFill>
                  <a:schemeClr val="lt1"/>
                </a:solidFill>
                <a:latin typeface="Calibri"/>
              </a:rPr>
              <a:pPr indent="0" algn="r" defTabSz="914400">
                <a:lnSpc>
                  <a:spcPct val="100000"/>
                </a:lnSpc>
                <a:buNone/>
              </a:pPr>
              <a:t>15</a:t>
            </a:fld>
            <a:r>
              <a:rPr lang="en-CA" sz="1200" b="0" strike="noStrike" spc="-1">
                <a:solidFill>
                  <a:schemeClr val="lt1"/>
                </a:solidFill>
                <a:latin typeface="Calibri"/>
              </a:rPr>
              <a:t> / 32</a:t>
            </a:r>
            <a:endParaRPr lang="en-CA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9" name="Content Placeholder 2"/>
          <p:cNvSpPr/>
          <p:nvPr/>
        </p:nvSpPr>
        <p:spPr>
          <a:xfrm>
            <a:off x="1091520" y="2300760"/>
            <a:ext cx="11542680" cy="4271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400" b="0" strike="noStrike" spc="-1">
                <a:solidFill>
                  <a:schemeClr val="dk1"/>
                </a:solidFill>
                <a:latin typeface="Lucida Console"/>
              </a:rPr>
              <a:t>public class Foo {</a:t>
            </a:r>
            <a:endParaRPr lang="en-CA" sz="24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400" b="0" strike="noStrike" spc="-1">
                <a:solidFill>
                  <a:schemeClr val="dk1"/>
                </a:solidFill>
                <a:latin typeface="Lucida Console"/>
              </a:rPr>
              <a:t>    public static void main (String[] args) {</a:t>
            </a:r>
            <a:endParaRPr lang="en-CA" sz="24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400" b="0" strike="noStrike" spc="-1">
                <a:solidFill>
                  <a:schemeClr val="dk1"/>
                </a:solidFill>
                <a:latin typeface="Lucida Console"/>
              </a:rPr>
              <a:t>        System.out.println(“hello world!”);</a:t>
            </a:r>
            <a:endParaRPr lang="en-CA" sz="24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400" b="0" strike="noStrike" spc="-1">
                <a:solidFill>
                  <a:schemeClr val="dk1"/>
                </a:solidFill>
                <a:latin typeface="Lucida Console"/>
              </a:rPr>
              <a:t>    }</a:t>
            </a:r>
            <a:endParaRPr lang="en-CA" sz="24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400" b="0" strike="noStrike" spc="-1">
                <a:solidFill>
                  <a:schemeClr val="dk1"/>
                </a:solidFill>
                <a:latin typeface="Lucida Console"/>
              </a:rPr>
              <a:t>}</a:t>
            </a:r>
            <a:endParaRPr lang="en-CA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0" name="Rectangle 2"/>
          <p:cNvSpPr/>
          <p:nvPr/>
        </p:nvSpPr>
        <p:spPr>
          <a:xfrm>
            <a:off x="963720" y="1760040"/>
            <a:ext cx="10018800" cy="4561920"/>
          </a:xfrm>
          <a:prstGeom prst="rect">
            <a:avLst/>
          </a:prstGeom>
          <a:noFill/>
          <a:ln w="381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CA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91" name="TextBox 3"/>
          <p:cNvSpPr/>
          <p:nvPr/>
        </p:nvSpPr>
        <p:spPr>
          <a:xfrm>
            <a:off x="963720" y="1278360"/>
            <a:ext cx="2998440" cy="45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CA" sz="2400" b="0" strike="noStrike" spc="-1">
                <a:solidFill>
                  <a:schemeClr val="dk1"/>
                </a:solidFill>
                <a:latin typeface="Calibri"/>
              </a:rPr>
              <a:t>Foo.java</a:t>
            </a:r>
            <a:endParaRPr lang="en-CA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2" name="Rectangle 7"/>
          <p:cNvSpPr/>
          <p:nvPr/>
        </p:nvSpPr>
        <p:spPr>
          <a:xfrm>
            <a:off x="963720" y="1278360"/>
            <a:ext cx="579600" cy="430560"/>
          </a:xfrm>
          <a:prstGeom prst="rect">
            <a:avLst/>
          </a:prstGeom>
          <a:noFill/>
          <a:ln w="38160">
            <a:solidFill>
              <a:srgbClr val="FF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CA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93" name="Rectangle 10"/>
          <p:cNvSpPr/>
          <p:nvPr/>
        </p:nvSpPr>
        <p:spPr>
          <a:xfrm>
            <a:off x="3564360" y="2297520"/>
            <a:ext cx="579600" cy="430560"/>
          </a:xfrm>
          <a:prstGeom prst="rect">
            <a:avLst/>
          </a:prstGeom>
          <a:noFill/>
          <a:ln w="38160">
            <a:solidFill>
              <a:srgbClr val="FF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CA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94" name="TextBox 12"/>
          <p:cNvSpPr/>
          <p:nvPr/>
        </p:nvSpPr>
        <p:spPr>
          <a:xfrm>
            <a:off x="1209240" y="4865040"/>
            <a:ext cx="8546400" cy="143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CA" sz="4400" b="0" strike="noStrike" spc="-1">
                <a:solidFill>
                  <a:srgbClr val="FF0000"/>
                </a:solidFill>
                <a:latin typeface="Calibri"/>
              </a:rPr>
              <a:t>The filename must match the </a:t>
            </a:r>
            <a:r>
              <a:rPr lang="en-CA" sz="4400" b="1" strike="noStrike" spc="-1">
                <a:solidFill>
                  <a:srgbClr val="FF0000"/>
                </a:solidFill>
                <a:latin typeface="Calibri"/>
              </a:rPr>
              <a:t>public </a:t>
            </a:r>
            <a:r>
              <a:rPr lang="en-CA" sz="4400" b="0" strike="noStrike" spc="-1">
                <a:solidFill>
                  <a:srgbClr val="FF0000"/>
                </a:solidFill>
                <a:latin typeface="Calibri"/>
              </a:rPr>
              <a:t>class name.</a:t>
            </a:r>
            <a:endParaRPr lang="en-CA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CS321: Advanced Programming Techniques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xmlns:p15="http://schemas.microsoft.com/office/powerpoint/2012/main"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PlaceHolder 1"/>
          <p:cNvSpPr>
            <a:spLocks noGrp="1"/>
          </p:cNvSpPr>
          <p:nvPr>
            <p:ph type="title"/>
          </p:nvPr>
        </p:nvSpPr>
        <p:spPr>
          <a:xfrm>
            <a:off x="0" y="-1573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CA" sz="4400" b="0" strike="noStrike" spc="-1">
                <a:solidFill>
                  <a:schemeClr val="lt1"/>
                </a:solidFill>
                <a:latin typeface="Calibri Light"/>
              </a:rPr>
              <a:t>Lab 1</a:t>
            </a:r>
            <a:endParaRPr lang="en-US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96" name="PlaceHolder 2"/>
          <p:cNvSpPr>
            <a:spLocks noGrp="1"/>
          </p:cNvSpPr>
          <p:nvPr>
            <p:ph type="sldNum" idx="50"/>
          </p:nvPr>
        </p:nvSpPr>
        <p:spPr>
          <a:xfrm>
            <a:off x="11353680" y="6573960"/>
            <a:ext cx="798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CA" sz="1200" b="0" strike="noStrike" spc="-1">
                <a:solidFill>
                  <a:schemeClr val="lt1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A710081-F76C-4BE0-A1F1-F08658C979D1}" type="slidenum">
              <a:rPr lang="en-CA" sz="1200" b="0" strike="noStrike" spc="-1">
                <a:solidFill>
                  <a:schemeClr val="lt1"/>
                </a:solidFill>
                <a:latin typeface="Calibri"/>
              </a:rPr>
              <a:pPr indent="0" algn="r" defTabSz="914400">
                <a:lnSpc>
                  <a:spcPct val="100000"/>
                </a:lnSpc>
                <a:buNone/>
              </a:pPr>
              <a:t>16</a:t>
            </a:fld>
            <a:r>
              <a:rPr lang="en-CA" sz="1200" b="0" strike="noStrike" spc="-1">
                <a:solidFill>
                  <a:schemeClr val="lt1"/>
                </a:solidFill>
                <a:latin typeface="Calibri"/>
              </a:rPr>
              <a:t> / 32</a:t>
            </a:r>
            <a:endParaRPr lang="en-CA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7" name="PlaceHolder 3"/>
          <p:cNvSpPr>
            <a:spLocks noGrp="1"/>
          </p:cNvSpPr>
          <p:nvPr>
            <p:ph/>
          </p:nvPr>
        </p:nvSpPr>
        <p:spPr>
          <a:xfrm>
            <a:off x="641160" y="1168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CA" sz="2800" b="0" strike="noStrike" spc="-1" dirty="0">
                <a:solidFill>
                  <a:schemeClr val="dk1"/>
                </a:solidFill>
                <a:latin typeface="Calibri"/>
              </a:rPr>
              <a:t>Labs will be listed here on the morning of the lab, or the night before:</a:t>
            </a:r>
            <a:endParaRPr lang="en-US" sz="2800" b="0" strike="noStrike" spc="-1" dirty="0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CA" sz="2800" b="0" u="sng" strike="noStrike" spc="-1" dirty="0">
                <a:solidFill>
                  <a:schemeClr val="dk1"/>
                </a:solidFill>
                <a:uFillTx/>
                <a:latin typeface="Calibri"/>
                <a:hlinkClick r:id="rId2"/>
              </a:rPr>
              <a:t>https://gmierzwinski.github.io/bishops/cs321/labs.html</a:t>
            </a:r>
            <a:endParaRPr lang="en-US" sz="2800" b="0" strike="noStrike" spc="-1" dirty="0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strike="noStrike" spc="-1" dirty="0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CA" sz="2800" b="0" strike="noStrike" spc="-1" dirty="0">
                <a:solidFill>
                  <a:schemeClr val="dk1"/>
                </a:solidFill>
                <a:latin typeface="Calibri"/>
              </a:rPr>
              <a:t>First lab will be on January </a:t>
            </a:r>
            <a:r>
              <a:rPr lang="en-CA" sz="2800" b="0" strike="noStrike" spc="-1" dirty="0" smtClean="0">
                <a:solidFill>
                  <a:schemeClr val="dk1"/>
                </a:solidFill>
                <a:latin typeface="Calibri"/>
              </a:rPr>
              <a:t>12</a:t>
            </a:r>
            <a:r>
              <a:rPr lang="en-CA" sz="2800" b="0" strike="noStrike" spc="-1" baseline="30000" dirty="0" smtClean="0">
                <a:solidFill>
                  <a:schemeClr val="dk1"/>
                </a:solidFill>
                <a:latin typeface="Calibri"/>
              </a:rPr>
              <a:t>th</a:t>
            </a:r>
            <a:endParaRPr lang="en-US" sz="2800" b="0" strike="noStrike" spc="-1" dirty="0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CS321: Advanced Programming Techniques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xmlns:p15="http://schemas.microsoft.com/office/powerpoint/2012/main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25223</TotalTime>
  <Words>607</Words>
  <Application>LibreOffice/7.6.3.2$Windows_X86_64 LibreOffice_project/29d686fea9f6705b262d369fede658f824154cc0</Application>
  <PresentationFormat>Custom</PresentationFormat>
  <Paragraphs>130</Paragraphs>
  <Slides>16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10</vt:i4>
      </vt:variant>
      <vt:variant>
        <vt:lpstr>Slide Titles</vt:lpstr>
      </vt:variant>
      <vt:variant>
        <vt:i4>16</vt:i4>
      </vt:variant>
    </vt:vector>
  </HeadingPairs>
  <TitlesOfParts>
    <vt:vector size="26" baseType="lpstr"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Slide 1</vt:lpstr>
      <vt:lpstr>Why Java?</vt:lpstr>
      <vt:lpstr>Java vs. C++ Compilation/Running</vt:lpstr>
      <vt:lpstr>Java vs. C++ Compilation/Running</vt:lpstr>
      <vt:lpstr>Java vs. C++</vt:lpstr>
      <vt:lpstr>Java vs. C++</vt:lpstr>
      <vt:lpstr>Java vs. C++ Multiple Inheritance</vt:lpstr>
      <vt:lpstr>Java Documentation</vt:lpstr>
      <vt:lpstr>JavaDoc</vt:lpstr>
      <vt:lpstr>Java Final Points</vt:lpstr>
      <vt:lpstr>Hello World!</vt:lpstr>
      <vt:lpstr>Hello World!</vt:lpstr>
      <vt:lpstr>Hello World!</vt:lpstr>
      <vt:lpstr>Hello World!</vt:lpstr>
      <vt:lpstr>Hello World!</vt:lpstr>
      <vt:lpstr>Lab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Eye-tracking for Neuroscience</dc:title>
  <dc:subject/>
  <dc:creator>Gregory</dc:creator>
  <dc:description/>
  <cp:lastModifiedBy>Greg</cp:lastModifiedBy>
  <cp:revision>191</cp:revision>
  <cp:lastPrinted>2024-01-07T12:42:05Z</cp:lastPrinted>
  <dcterms:created xsi:type="dcterms:W3CDTF">2016-10-21T00:49:29Z</dcterms:created>
  <dcterms:modified xsi:type="dcterms:W3CDTF">2026-01-06T01:18:14Z</dcterms:modified>
  <dc:language>en-CA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3</vt:r8>
  </property>
  <property fmtid="{D5CDD505-2E9C-101B-9397-08002B2CF9AE}" pid="3" name="PresentationFormat">
    <vt:lpwstr>Widescreen</vt:lpwstr>
  </property>
  <property fmtid="{D5CDD505-2E9C-101B-9397-08002B2CF9AE}" pid="4" name="Slides">
    <vt:r8>16</vt:r8>
  </property>
</Properties>
</file>